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Liter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e034bc87d40c9304f1876eac3e5486686088cdb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1558528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310575" y="709732"/>
                </a:moveTo>
                <a:cubicBezTo>
                  <a:pt x="310575" y="713303"/>
                  <a:pt x="306467" y="716161"/>
                  <a:pt x="301288" y="716161"/>
                </a:cubicBezTo>
                <a:cubicBezTo>
                  <a:pt x="295394" y="716697"/>
                  <a:pt x="291286" y="713839"/>
                  <a:pt x="291286" y="709732"/>
                </a:cubicBezTo>
                <a:cubicBezTo>
                  <a:pt x="291286" y="706160"/>
                  <a:pt x="295394" y="703302"/>
                  <a:pt x="300573" y="703302"/>
                </a:cubicBezTo>
                <a:cubicBezTo>
                  <a:pt x="305931" y="702766"/>
                  <a:pt x="310575" y="705624"/>
                  <a:pt x="310575" y="709732"/>
                </a:cubicBezTo>
                <a:close/>
                <a:moveTo>
                  <a:pt x="255032" y="701695"/>
                </a:moveTo>
                <a:cubicBezTo>
                  <a:pt x="253782" y="705267"/>
                  <a:pt x="257354" y="709374"/>
                  <a:pt x="262711" y="710446"/>
                </a:cubicBezTo>
                <a:cubicBezTo>
                  <a:pt x="267355" y="712232"/>
                  <a:pt x="272713" y="710446"/>
                  <a:pt x="273784" y="706874"/>
                </a:cubicBezTo>
                <a:cubicBezTo>
                  <a:pt x="274856" y="703302"/>
                  <a:pt x="271463" y="699195"/>
                  <a:pt x="266105" y="697587"/>
                </a:cubicBezTo>
                <a:cubicBezTo>
                  <a:pt x="261461" y="696337"/>
                  <a:pt x="256282" y="698123"/>
                  <a:pt x="255032" y="701695"/>
                </a:cubicBezTo>
                <a:close/>
                <a:moveTo>
                  <a:pt x="333970" y="698659"/>
                </a:moveTo>
                <a:cubicBezTo>
                  <a:pt x="328791" y="699909"/>
                  <a:pt x="325219" y="703302"/>
                  <a:pt x="325755" y="707410"/>
                </a:cubicBezTo>
                <a:cubicBezTo>
                  <a:pt x="326291" y="710982"/>
                  <a:pt x="330934" y="713303"/>
                  <a:pt x="336292" y="712053"/>
                </a:cubicBezTo>
                <a:cubicBezTo>
                  <a:pt x="341471" y="710803"/>
                  <a:pt x="345043" y="707410"/>
                  <a:pt x="344507" y="703838"/>
                </a:cubicBezTo>
                <a:cubicBezTo>
                  <a:pt x="343972" y="700445"/>
                  <a:pt x="339150" y="698123"/>
                  <a:pt x="333970" y="698659"/>
                </a:cubicBezTo>
                <a:close/>
                <a:moveTo>
                  <a:pt x="451485" y="14288"/>
                </a:moveTo>
                <a:cubicBezTo>
                  <a:pt x="203775" y="14288"/>
                  <a:pt x="14288" y="202347"/>
                  <a:pt x="14288" y="450056"/>
                </a:cubicBezTo>
                <a:cubicBezTo>
                  <a:pt x="14288" y="648117"/>
                  <a:pt x="138946" y="817602"/>
                  <a:pt x="317004" y="877253"/>
                </a:cubicBezTo>
                <a:cubicBezTo>
                  <a:pt x="339864" y="881360"/>
                  <a:pt x="347901" y="867251"/>
                  <a:pt x="347901" y="855643"/>
                </a:cubicBezTo>
                <a:cubicBezTo>
                  <a:pt x="347901" y="844570"/>
                  <a:pt x="347365" y="783491"/>
                  <a:pt x="347365" y="745986"/>
                </a:cubicBezTo>
                <a:cubicBezTo>
                  <a:pt x="347365" y="745986"/>
                  <a:pt x="222349" y="772775"/>
                  <a:pt x="196096" y="692765"/>
                </a:cubicBezTo>
                <a:cubicBezTo>
                  <a:pt x="196096" y="692765"/>
                  <a:pt x="175736" y="640794"/>
                  <a:pt x="146447" y="627400"/>
                </a:cubicBezTo>
                <a:cubicBezTo>
                  <a:pt x="146447" y="627400"/>
                  <a:pt x="105549" y="599361"/>
                  <a:pt x="149304" y="599896"/>
                </a:cubicBezTo>
                <a:cubicBezTo>
                  <a:pt x="149304" y="599896"/>
                  <a:pt x="193774" y="603468"/>
                  <a:pt x="218242" y="645974"/>
                </a:cubicBezTo>
                <a:cubicBezTo>
                  <a:pt x="257354" y="714911"/>
                  <a:pt x="322898" y="695087"/>
                  <a:pt x="348436" y="683300"/>
                </a:cubicBezTo>
                <a:cubicBezTo>
                  <a:pt x="352544" y="654725"/>
                  <a:pt x="364153" y="634901"/>
                  <a:pt x="377011" y="623114"/>
                </a:cubicBezTo>
                <a:cubicBezTo>
                  <a:pt x="277178" y="612041"/>
                  <a:pt x="176451" y="597575"/>
                  <a:pt x="176451" y="425767"/>
                </a:cubicBezTo>
                <a:cubicBezTo>
                  <a:pt x="176451" y="376654"/>
                  <a:pt x="190024" y="352008"/>
                  <a:pt x="218599" y="320576"/>
                </a:cubicBezTo>
                <a:cubicBezTo>
                  <a:pt x="213955" y="308967"/>
                  <a:pt x="198775" y="261104"/>
                  <a:pt x="223242" y="199311"/>
                </a:cubicBezTo>
                <a:cubicBezTo>
                  <a:pt x="260568" y="187702"/>
                  <a:pt x="346472" y="247531"/>
                  <a:pt x="346472" y="247531"/>
                </a:cubicBezTo>
                <a:cubicBezTo>
                  <a:pt x="382191" y="237530"/>
                  <a:pt x="420588" y="232350"/>
                  <a:pt x="458629" y="232350"/>
                </a:cubicBezTo>
                <a:cubicBezTo>
                  <a:pt x="496669" y="232350"/>
                  <a:pt x="535067" y="237530"/>
                  <a:pt x="570786" y="247531"/>
                </a:cubicBezTo>
                <a:cubicBezTo>
                  <a:pt x="570786" y="247531"/>
                  <a:pt x="656689" y="187523"/>
                  <a:pt x="694015" y="199311"/>
                </a:cubicBezTo>
                <a:cubicBezTo>
                  <a:pt x="718483" y="261283"/>
                  <a:pt x="703302" y="308967"/>
                  <a:pt x="698659" y="320576"/>
                </a:cubicBezTo>
                <a:cubicBezTo>
                  <a:pt x="727234" y="352187"/>
                  <a:pt x="744736" y="376833"/>
                  <a:pt x="744736" y="425767"/>
                </a:cubicBezTo>
                <a:cubicBezTo>
                  <a:pt x="744736" y="598110"/>
                  <a:pt x="639544" y="611862"/>
                  <a:pt x="539710" y="623114"/>
                </a:cubicBezTo>
                <a:cubicBezTo>
                  <a:pt x="556141" y="637222"/>
                  <a:pt x="570071" y="664012"/>
                  <a:pt x="570071" y="705981"/>
                </a:cubicBezTo>
                <a:cubicBezTo>
                  <a:pt x="570071" y="766167"/>
                  <a:pt x="569535" y="840641"/>
                  <a:pt x="569535" y="855285"/>
                </a:cubicBezTo>
                <a:cubicBezTo>
                  <a:pt x="569535" y="866894"/>
                  <a:pt x="577751" y="881003"/>
                  <a:pt x="600432" y="876895"/>
                </a:cubicBezTo>
                <a:cubicBezTo>
                  <a:pt x="779026" y="817602"/>
                  <a:pt x="900113" y="648117"/>
                  <a:pt x="900113" y="450056"/>
                </a:cubicBezTo>
                <a:cubicBezTo>
                  <a:pt x="900113" y="202347"/>
                  <a:pt x="699195" y="14288"/>
                  <a:pt x="451485" y="14288"/>
                </a:cubicBezTo>
                <a:close/>
                <a:moveTo>
                  <a:pt x="187881" y="630257"/>
                </a:moveTo>
                <a:cubicBezTo>
                  <a:pt x="185559" y="632043"/>
                  <a:pt x="186095" y="636151"/>
                  <a:pt x="189131" y="639544"/>
                </a:cubicBezTo>
                <a:cubicBezTo>
                  <a:pt x="191988" y="642402"/>
                  <a:pt x="196096" y="643652"/>
                  <a:pt x="198418" y="641330"/>
                </a:cubicBezTo>
                <a:cubicBezTo>
                  <a:pt x="200739" y="639544"/>
                  <a:pt x="200204" y="635437"/>
                  <a:pt x="197168" y="632043"/>
                </a:cubicBezTo>
                <a:cubicBezTo>
                  <a:pt x="194310" y="629186"/>
                  <a:pt x="190202" y="627936"/>
                  <a:pt x="187881" y="630257"/>
                </a:cubicBezTo>
                <a:close/>
                <a:moveTo>
                  <a:pt x="168593" y="615791"/>
                </a:moveTo>
                <a:cubicBezTo>
                  <a:pt x="167342" y="618113"/>
                  <a:pt x="169128" y="620970"/>
                  <a:pt x="172700" y="622756"/>
                </a:cubicBezTo>
                <a:cubicBezTo>
                  <a:pt x="175558" y="624542"/>
                  <a:pt x="179130" y="624007"/>
                  <a:pt x="180380" y="621506"/>
                </a:cubicBezTo>
                <a:cubicBezTo>
                  <a:pt x="181630" y="619185"/>
                  <a:pt x="179844" y="616327"/>
                  <a:pt x="176272" y="614541"/>
                </a:cubicBezTo>
                <a:cubicBezTo>
                  <a:pt x="172700" y="613470"/>
                  <a:pt x="169843" y="614005"/>
                  <a:pt x="168593" y="615791"/>
                </a:cubicBezTo>
                <a:close/>
                <a:moveTo>
                  <a:pt x="226457" y="679371"/>
                </a:moveTo>
                <a:cubicBezTo>
                  <a:pt x="223599" y="681692"/>
                  <a:pt x="224671" y="687050"/>
                  <a:pt x="228779" y="690443"/>
                </a:cubicBezTo>
                <a:cubicBezTo>
                  <a:pt x="232886" y="694551"/>
                  <a:pt x="238065" y="695087"/>
                  <a:pt x="240387" y="692229"/>
                </a:cubicBezTo>
                <a:cubicBezTo>
                  <a:pt x="242709" y="689908"/>
                  <a:pt x="241637" y="684550"/>
                  <a:pt x="238065" y="681157"/>
                </a:cubicBezTo>
                <a:cubicBezTo>
                  <a:pt x="234136" y="677049"/>
                  <a:pt x="228779" y="676513"/>
                  <a:pt x="226457" y="679371"/>
                </a:cubicBezTo>
                <a:close/>
                <a:moveTo>
                  <a:pt x="206097" y="653117"/>
                </a:moveTo>
                <a:cubicBezTo>
                  <a:pt x="203240" y="654903"/>
                  <a:pt x="203240" y="659547"/>
                  <a:pt x="206097" y="663654"/>
                </a:cubicBezTo>
                <a:cubicBezTo>
                  <a:pt x="208955" y="667762"/>
                  <a:pt x="213777" y="669548"/>
                  <a:pt x="216098" y="667762"/>
                </a:cubicBezTo>
                <a:cubicBezTo>
                  <a:pt x="218956" y="665440"/>
                  <a:pt x="218956" y="660797"/>
                  <a:pt x="216098" y="656689"/>
                </a:cubicBezTo>
                <a:cubicBezTo>
                  <a:pt x="213598" y="652582"/>
                  <a:pt x="208955" y="650796"/>
                  <a:pt x="206097" y="65311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" name="Text 2"/>
          <p:cNvSpPr/>
          <p:nvPr/>
        </p:nvSpPr>
        <p:spPr>
          <a:xfrm>
            <a:off x="2321570" y="2701528"/>
            <a:ext cx="7553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spc="-135" kern="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y GitHub Desktop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361592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4"/>
          <p:cNvSpPr/>
          <p:nvPr/>
        </p:nvSpPr>
        <p:spPr>
          <a:xfrm>
            <a:off x="2552849" y="3958828"/>
            <a:ext cx="70866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Funciones, diferencias y uso en la industria del software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534817" y="505182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3882479" y="5032772"/>
            <a:ext cx="486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de Versiones · Colaboración · Desarrollo Moderno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235" y="355235"/>
            <a:ext cx="412247" cy="412247"/>
          </a:xfrm>
          <a:custGeom>
            <a:avLst/>
            <a:gdLst/>
            <a:ahLst/>
            <a:cxnLst/>
            <a:rect l="l" t="t" r="r" b="b"/>
            <a:pathLst>
              <a:path w="412247" h="412247">
                <a:moveTo>
                  <a:pt x="105255" y="0"/>
                </a:moveTo>
                <a:lnTo>
                  <a:pt x="306992" y="0"/>
                </a:lnTo>
                <a:cubicBezTo>
                  <a:pt x="365084" y="0"/>
                  <a:pt x="412247" y="47163"/>
                  <a:pt x="412247" y="105255"/>
                </a:cubicBezTo>
                <a:lnTo>
                  <a:pt x="412247" y="306992"/>
                </a:lnTo>
                <a:cubicBezTo>
                  <a:pt x="412247" y="365084"/>
                  <a:pt x="365084" y="412247"/>
                  <a:pt x="306992" y="412247"/>
                </a:cubicBezTo>
                <a:lnTo>
                  <a:pt x="105255" y="412247"/>
                </a:lnTo>
                <a:cubicBezTo>
                  <a:pt x="47163" y="412247"/>
                  <a:pt x="0" y="365084"/>
                  <a:pt x="0" y="306992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9260" y="456104"/>
            <a:ext cx="184196" cy="210509"/>
          </a:xfrm>
          <a:custGeom>
            <a:avLst/>
            <a:gdLst/>
            <a:ahLst/>
            <a:cxnLst/>
            <a:rect l="l" t="t" r="r" b="b"/>
            <a:pathLst>
              <a:path w="184196" h="210509">
                <a:moveTo>
                  <a:pt x="180742" y="97073"/>
                </a:moveTo>
                <a:lnTo>
                  <a:pt x="100321" y="16652"/>
                </a:lnTo>
                <a:cubicBezTo>
                  <a:pt x="98101" y="14390"/>
                  <a:pt x="95058" y="13157"/>
                  <a:pt x="91933" y="13157"/>
                </a:cubicBezTo>
                <a:cubicBezTo>
                  <a:pt x="88809" y="13157"/>
                  <a:pt x="85766" y="14390"/>
                  <a:pt x="83546" y="16611"/>
                </a:cubicBezTo>
                <a:lnTo>
                  <a:pt x="66812" y="33303"/>
                </a:lnTo>
                <a:lnTo>
                  <a:pt x="87986" y="54478"/>
                </a:lnTo>
                <a:cubicBezTo>
                  <a:pt x="99129" y="50736"/>
                  <a:pt x="109654" y="61385"/>
                  <a:pt x="105830" y="72445"/>
                </a:cubicBezTo>
                <a:lnTo>
                  <a:pt x="126264" y="92879"/>
                </a:lnTo>
                <a:cubicBezTo>
                  <a:pt x="140326" y="88027"/>
                  <a:pt x="151427" y="105625"/>
                  <a:pt x="140860" y="116191"/>
                </a:cubicBezTo>
                <a:cubicBezTo>
                  <a:pt x="129965" y="127087"/>
                  <a:pt x="111998" y="114999"/>
                  <a:pt x="117836" y="100855"/>
                </a:cubicBezTo>
                <a:lnTo>
                  <a:pt x="98800" y="81819"/>
                </a:lnTo>
                <a:lnTo>
                  <a:pt x="98800" y="131938"/>
                </a:lnTo>
                <a:cubicBezTo>
                  <a:pt x="109202" y="137078"/>
                  <a:pt x="107968" y="149124"/>
                  <a:pt x="102541" y="154552"/>
                </a:cubicBezTo>
                <a:cubicBezTo>
                  <a:pt x="99910" y="157183"/>
                  <a:pt x="96292" y="158704"/>
                  <a:pt x="92550" y="158704"/>
                </a:cubicBezTo>
                <a:cubicBezTo>
                  <a:pt x="88809" y="158704"/>
                  <a:pt x="85232" y="157224"/>
                  <a:pt x="82559" y="154552"/>
                </a:cubicBezTo>
                <a:cubicBezTo>
                  <a:pt x="75323" y="147315"/>
                  <a:pt x="77995" y="135269"/>
                  <a:pt x="87164" y="131527"/>
                </a:cubicBezTo>
                <a:lnTo>
                  <a:pt x="87164" y="80956"/>
                </a:lnTo>
                <a:cubicBezTo>
                  <a:pt x="78612" y="77461"/>
                  <a:pt x="77050" y="68333"/>
                  <a:pt x="79517" y="62454"/>
                </a:cubicBezTo>
                <a:lnTo>
                  <a:pt x="58630" y="41526"/>
                </a:lnTo>
                <a:lnTo>
                  <a:pt x="3495" y="96662"/>
                </a:lnTo>
                <a:cubicBezTo>
                  <a:pt x="1233" y="98923"/>
                  <a:pt x="0" y="101924"/>
                  <a:pt x="0" y="105049"/>
                </a:cubicBezTo>
                <a:cubicBezTo>
                  <a:pt x="0" y="108174"/>
                  <a:pt x="1233" y="111216"/>
                  <a:pt x="3495" y="113437"/>
                </a:cubicBezTo>
                <a:lnTo>
                  <a:pt x="83916" y="193899"/>
                </a:lnTo>
                <a:cubicBezTo>
                  <a:pt x="86136" y="196119"/>
                  <a:pt x="89138" y="197353"/>
                  <a:pt x="92303" y="197353"/>
                </a:cubicBezTo>
                <a:cubicBezTo>
                  <a:pt x="95469" y="197353"/>
                  <a:pt x="98471" y="196119"/>
                  <a:pt x="100691" y="193899"/>
                </a:cubicBezTo>
                <a:lnTo>
                  <a:pt x="180742" y="113848"/>
                </a:lnTo>
                <a:cubicBezTo>
                  <a:pt x="182962" y="111628"/>
                  <a:pt x="184196" y="108585"/>
                  <a:pt x="184196" y="105460"/>
                </a:cubicBezTo>
                <a:cubicBezTo>
                  <a:pt x="184196" y="102336"/>
                  <a:pt x="182962" y="99293"/>
                  <a:pt x="180742" y="9707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877122" y="385934"/>
            <a:ext cx="1920898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es Git?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7122" y="842037"/>
            <a:ext cx="11051741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de control de versiones distribuido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5235" y="1302527"/>
            <a:ext cx="5648668" cy="3061157"/>
          </a:xfrm>
          <a:custGeom>
            <a:avLst/>
            <a:gdLst/>
            <a:ahLst/>
            <a:cxnLst/>
            <a:rect l="l" t="t" r="r" b="b"/>
            <a:pathLst>
              <a:path w="5648668" h="3061157">
                <a:moveTo>
                  <a:pt x="140354" y="0"/>
                </a:moveTo>
                <a:lnTo>
                  <a:pt x="5508314" y="0"/>
                </a:lnTo>
                <a:cubicBezTo>
                  <a:pt x="5585829" y="0"/>
                  <a:pt x="5648668" y="62839"/>
                  <a:pt x="5648668" y="140354"/>
                </a:cubicBezTo>
                <a:lnTo>
                  <a:pt x="5648668" y="2920803"/>
                </a:lnTo>
                <a:cubicBezTo>
                  <a:pt x="5648668" y="2998318"/>
                  <a:pt x="5585829" y="3061157"/>
                  <a:pt x="5508314" y="3061157"/>
                </a:cubicBezTo>
                <a:lnTo>
                  <a:pt x="140354" y="3061157"/>
                </a:lnTo>
                <a:cubicBezTo>
                  <a:pt x="62839" y="3061157"/>
                  <a:pt x="0" y="2998318"/>
                  <a:pt x="0" y="2920803"/>
                </a:cubicBezTo>
                <a:lnTo>
                  <a:pt x="0" y="140354"/>
                </a:lnTo>
                <a:cubicBezTo>
                  <a:pt x="0" y="62891"/>
                  <a:pt x="62891" y="0"/>
                  <a:pt x="1403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0129" y="1517422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8673" y="1613905"/>
            <a:ext cx="138147" cy="157882"/>
          </a:xfrm>
          <a:custGeom>
            <a:avLst/>
            <a:gdLst/>
            <a:ahLst/>
            <a:cxnLst/>
            <a:rect l="l" t="t" r="r" b="b"/>
            <a:pathLst>
              <a:path w="138147" h="157882">
                <a:moveTo>
                  <a:pt x="118412" y="157882"/>
                </a:moveTo>
                <a:lnTo>
                  <a:pt x="29603" y="157882"/>
                </a:lnTo>
                <a:cubicBezTo>
                  <a:pt x="13260" y="157882"/>
                  <a:pt x="0" y="144622"/>
                  <a:pt x="0" y="128279"/>
                </a:cubicBezTo>
                <a:lnTo>
                  <a:pt x="0" y="29603"/>
                </a:lnTo>
                <a:cubicBezTo>
                  <a:pt x="0" y="13260"/>
                  <a:pt x="13260" y="0"/>
                  <a:pt x="29603" y="0"/>
                </a:cubicBezTo>
                <a:lnTo>
                  <a:pt x="123345" y="0"/>
                </a:lnTo>
                <a:cubicBezTo>
                  <a:pt x="131517" y="0"/>
                  <a:pt x="138147" y="6630"/>
                  <a:pt x="138147" y="14801"/>
                </a:cubicBezTo>
                <a:lnTo>
                  <a:pt x="138147" y="103610"/>
                </a:lnTo>
                <a:cubicBezTo>
                  <a:pt x="138147" y="110055"/>
                  <a:pt x="134015" y="115544"/>
                  <a:pt x="128279" y="117579"/>
                </a:cubicBezTo>
                <a:lnTo>
                  <a:pt x="128279" y="138147"/>
                </a:lnTo>
                <a:cubicBezTo>
                  <a:pt x="133737" y="138147"/>
                  <a:pt x="138147" y="142556"/>
                  <a:pt x="138147" y="148014"/>
                </a:cubicBezTo>
                <a:cubicBezTo>
                  <a:pt x="138147" y="153472"/>
                  <a:pt x="133737" y="157882"/>
                  <a:pt x="128279" y="157882"/>
                </a:cubicBezTo>
                <a:lnTo>
                  <a:pt x="118412" y="157882"/>
                </a:lnTo>
                <a:close/>
                <a:moveTo>
                  <a:pt x="29603" y="118412"/>
                </a:moveTo>
                <a:cubicBezTo>
                  <a:pt x="24145" y="118412"/>
                  <a:pt x="19735" y="122821"/>
                  <a:pt x="19735" y="128279"/>
                </a:cubicBezTo>
                <a:cubicBezTo>
                  <a:pt x="19735" y="133737"/>
                  <a:pt x="24145" y="138147"/>
                  <a:pt x="29603" y="138147"/>
                </a:cubicBezTo>
                <a:lnTo>
                  <a:pt x="108544" y="138147"/>
                </a:lnTo>
                <a:lnTo>
                  <a:pt x="108544" y="118412"/>
                </a:lnTo>
                <a:lnTo>
                  <a:pt x="29603" y="118412"/>
                </a:lnTo>
                <a:close/>
                <a:moveTo>
                  <a:pt x="39471" y="46871"/>
                </a:moveTo>
                <a:cubicBezTo>
                  <a:pt x="39471" y="50972"/>
                  <a:pt x="42770" y="54272"/>
                  <a:pt x="46871" y="54272"/>
                </a:cubicBezTo>
                <a:lnTo>
                  <a:pt x="101143" y="54272"/>
                </a:lnTo>
                <a:cubicBezTo>
                  <a:pt x="105244" y="54272"/>
                  <a:pt x="108544" y="50972"/>
                  <a:pt x="108544" y="46871"/>
                </a:cubicBezTo>
                <a:cubicBezTo>
                  <a:pt x="108544" y="42770"/>
                  <a:pt x="105244" y="39471"/>
                  <a:pt x="101143" y="39471"/>
                </a:cubicBezTo>
                <a:lnTo>
                  <a:pt x="46871" y="39471"/>
                </a:lnTo>
                <a:cubicBezTo>
                  <a:pt x="42770" y="39471"/>
                  <a:pt x="39471" y="42770"/>
                  <a:pt x="39471" y="46871"/>
                </a:cubicBezTo>
                <a:close/>
                <a:moveTo>
                  <a:pt x="46871" y="69073"/>
                </a:moveTo>
                <a:cubicBezTo>
                  <a:pt x="42770" y="69073"/>
                  <a:pt x="39471" y="72373"/>
                  <a:pt x="39471" y="76474"/>
                </a:cubicBezTo>
                <a:cubicBezTo>
                  <a:pt x="39471" y="80575"/>
                  <a:pt x="42770" y="83875"/>
                  <a:pt x="46871" y="83875"/>
                </a:cubicBezTo>
                <a:lnTo>
                  <a:pt x="101143" y="83875"/>
                </a:lnTo>
                <a:cubicBezTo>
                  <a:pt x="105244" y="83875"/>
                  <a:pt x="108544" y="80575"/>
                  <a:pt x="108544" y="76474"/>
                </a:cubicBezTo>
                <a:cubicBezTo>
                  <a:pt x="108544" y="72373"/>
                  <a:pt x="105244" y="69073"/>
                  <a:pt x="101143" y="69073"/>
                </a:cubicBezTo>
                <a:lnTo>
                  <a:pt x="46871" y="6907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026233" y="1552506"/>
            <a:ext cx="1052547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0129" y="2008610"/>
            <a:ext cx="5297819" cy="771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3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 es una </a:t>
            </a:r>
            <a:pPr>
              <a:lnSpc>
                <a:spcPct val="140000"/>
              </a:lnSpc>
            </a:pPr>
            <a:r>
              <a:rPr lang="en-US" sz="124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herramienta que permite registrar y gestionar cambios</a:t>
            </a:r>
            <a:pPr>
              <a:lnSpc>
                <a:spcPct val="140000"/>
              </a:lnSpc>
            </a:pPr>
            <a:r>
              <a:rPr lang="en-US" sz="1243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 archivos a lo largo del tiempo, manteniendo un historial completo de modificaciones.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4515" y="3433934"/>
            <a:ext cx="5210106" cy="710469"/>
          </a:xfrm>
          <a:custGeom>
            <a:avLst/>
            <a:gdLst/>
            <a:ahLst/>
            <a:cxnLst/>
            <a:rect l="l" t="t" r="r" b="b"/>
            <a:pathLst>
              <a:path w="5210106" h="710469">
                <a:moveTo>
                  <a:pt x="105256" y="0"/>
                </a:moveTo>
                <a:lnTo>
                  <a:pt x="5104850" y="0"/>
                </a:lnTo>
                <a:cubicBezTo>
                  <a:pt x="5162982" y="0"/>
                  <a:pt x="5210106" y="47125"/>
                  <a:pt x="5210106" y="105256"/>
                </a:cubicBezTo>
                <a:lnTo>
                  <a:pt x="5210106" y="605213"/>
                </a:lnTo>
                <a:cubicBezTo>
                  <a:pt x="5210106" y="663344"/>
                  <a:pt x="5162982" y="710469"/>
                  <a:pt x="5104850" y="710469"/>
                </a:cubicBezTo>
                <a:lnTo>
                  <a:pt x="105256" y="710469"/>
                </a:lnTo>
                <a:cubicBezTo>
                  <a:pt x="47164" y="710469"/>
                  <a:pt x="0" y="663305"/>
                  <a:pt x="0" y="605213"/>
                </a:cubicBezTo>
                <a:lnTo>
                  <a:pt x="0" y="105256"/>
                </a:lnTo>
                <a:cubicBezTo>
                  <a:pt x="0" y="47164"/>
                  <a:pt x="47164" y="0"/>
                  <a:pt x="10525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9240" y="3578659"/>
            <a:ext cx="4990826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"Git rastrea cada cambio, permitiendo volver a cualquier punto del historial del proyecto."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9057" y="1302527"/>
            <a:ext cx="5648668" cy="3061157"/>
          </a:xfrm>
          <a:custGeom>
            <a:avLst/>
            <a:gdLst/>
            <a:ahLst/>
            <a:cxnLst/>
            <a:rect l="l" t="t" r="r" b="b"/>
            <a:pathLst>
              <a:path w="5648668" h="3061157">
                <a:moveTo>
                  <a:pt x="140354" y="0"/>
                </a:moveTo>
                <a:lnTo>
                  <a:pt x="5508314" y="0"/>
                </a:lnTo>
                <a:cubicBezTo>
                  <a:pt x="5585829" y="0"/>
                  <a:pt x="5648668" y="62839"/>
                  <a:pt x="5648668" y="140354"/>
                </a:cubicBezTo>
                <a:lnTo>
                  <a:pt x="5648668" y="2920803"/>
                </a:lnTo>
                <a:cubicBezTo>
                  <a:pt x="5648668" y="2998318"/>
                  <a:pt x="5585829" y="3061157"/>
                  <a:pt x="5508314" y="3061157"/>
                </a:cubicBezTo>
                <a:lnTo>
                  <a:pt x="140354" y="3061157"/>
                </a:lnTo>
                <a:cubicBezTo>
                  <a:pt x="62839" y="3061157"/>
                  <a:pt x="0" y="2998318"/>
                  <a:pt x="0" y="2920803"/>
                </a:cubicBezTo>
                <a:lnTo>
                  <a:pt x="0" y="140354"/>
                </a:lnTo>
                <a:cubicBezTo>
                  <a:pt x="0" y="62891"/>
                  <a:pt x="62891" y="0"/>
                  <a:pt x="1403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3952" y="1517422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82893" y="1613905"/>
            <a:ext cx="197353" cy="157882"/>
          </a:xfrm>
          <a:custGeom>
            <a:avLst/>
            <a:gdLst/>
            <a:ahLst/>
            <a:cxnLst/>
            <a:rect l="l" t="t" r="r" b="b"/>
            <a:pathLst>
              <a:path w="197353" h="157882">
                <a:moveTo>
                  <a:pt x="128248" y="64910"/>
                </a:moveTo>
                <a:cubicBezTo>
                  <a:pt x="132010" y="63893"/>
                  <a:pt x="135957" y="65681"/>
                  <a:pt x="137653" y="69166"/>
                </a:cubicBezTo>
                <a:lnTo>
                  <a:pt x="143389" y="80760"/>
                </a:lnTo>
                <a:cubicBezTo>
                  <a:pt x="146565" y="81192"/>
                  <a:pt x="149680" y="82055"/>
                  <a:pt x="152609" y="83258"/>
                </a:cubicBezTo>
                <a:lnTo>
                  <a:pt x="163402" y="76073"/>
                </a:lnTo>
                <a:cubicBezTo>
                  <a:pt x="166640" y="73915"/>
                  <a:pt x="170926" y="74346"/>
                  <a:pt x="173670" y="77091"/>
                </a:cubicBezTo>
                <a:lnTo>
                  <a:pt x="179591" y="83011"/>
                </a:lnTo>
                <a:cubicBezTo>
                  <a:pt x="182335" y="85756"/>
                  <a:pt x="182767" y="90073"/>
                  <a:pt x="180608" y="93280"/>
                </a:cubicBezTo>
                <a:lnTo>
                  <a:pt x="173424" y="104042"/>
                </a:lnTo>
                <a:cubicBezTo>
                  <a:pt x="174009" y="105491"/>
                  <a:pt x="174534" y="107002"/>
                  <a:pt x="174965" y="108575"/>
                </a:cubicBezTo>
                <a:cubicBezTo>
                  <a:pt x="175397" y="110147"/>
                  <a:pt x="175675" y="111689"/>
                  <a:pt x="175890" y="113262"/>
                </a:cubicBezTo>
                <a:lnTo>
                  <a:pt x="187516" y="118997"/>
                </a:lnTo>
                <a:cubicBezTo>
                  <a:pt x="191000" y="120724"/>
                  <a:pt x="192789" y="124671"/>
                  <a:pt x="191771" y="128402"/>
                </a:cubicBezTo>
                <a:lnTo>
                  <a:pt x="189613" y="136482"/>
                </a:lnTo>
                <a:cubicBezTo>
                  <a:pt x="188595" y="140213"/>
                  <a:pt x="185110" y="142741"/>
                  <a:pt x="181225" y="142495"/>
                </a:cubicBezTo>
                <a:lnTo>
                  <a:pt x="168274" y="141662"/>
                </a:lnTo>
                <a:cubicBezTo>
                  <a:pt x="166331" y="144160"/>
                  <a:pt x="164080" y="146473"/>
                  <a:pt x="161521" y="148446"/>
                </a:cubicBezTo>
                <a:lnTo>
                  <a:pt x="162353" y="161367"/>
                </a:lnTo>
                <a:cubicBezTo>
                  <a:pt x="162600" y="165252"/>
                  <a:pt x="160071" y="168767"/>
                  <a:pt x="156340" y="169754"/>
                </a:cubicBezTo>
                <a:lnTo>
                  <a:pt x="148261" y="171913"/>
                </a:lnTo>
                <a:cubicBezTo>
                  <a:pt x="144499" y="172930"/>
                  <a:pt x="140583" y="171142"/>
                  <a:pt x="138856" y="167657"/>
                </a:cubicBezTo>
                <a:lnTo>
                  <a:pt x="133120" y="156063"/>
                </a:lnTo>
                <a:cubicBezTo>
                  <a:pt x="129944" y="155631"/>
                  <a:pt x="126830" y="154768"/>
                  <a:pt x="123900" y="153565"/>
                </a:cubicBezTo>
                <a:lnTo>
                  <a:pt x="113108" y="160750"/>
                </a:lnTo>
                <a:cubicBezTo>
                  <a:pt x="109870" y="162908"/>
                  <a:pt x="105584" y="162477"/>
                  <a:pt x="102839" y="159732"/>
                </a:cubicBezTo>
                <a:lnTo>
                  <a:pt x="96919" y="153812"/>
                </a:lnTo>
                <a:cubicBezTo>
                  <a:pt x="94174" y="151067"/>
                  <a:pt x="93742" y="146781"/>
                  <a:pt x="95901" y="143543"/>
                </a:cubicBezTo>
                <a:lnTo>
                  <a:pt x="103086" y="132750"/>
                </a:lnTo>
                <a:cubicBezTo>
                  <a:pt x="102500" y="131301"/>
                  <a:pt x="101976" y="129790"/>
                  <a:pt x="101544" y="128217"/>
                </a:cubicBezTo>
                <a:cubicBezTo>
                  <a:pt x="101112" y="126645"/>
                  <a:pt x="100835" y="125072"/>
                  <a:pt x="100619" y="123530"/>
                </a:cubicBezTo>
                <a:lnTo>
                  <a:pt x="88994" y="117795"/>
                </a:lnTo>
                <a:cubicBezTo>
                  <a:pt x="85509" y="116068"/>
                  <a:pt x="83751" y="112121"/>
                  <a:pt x="84738" y="108390"/>
                </a:cubicBezTo>
                <a:lnTo>
                  <a:pt x="86897" y="100311"/>
                </a:lnTo>
                <a:cubicBezTo>
                  <a:pt x="87914" y="96579"/>
                  <a:pt x="91399" y="94051"/>
                  <a:pt x="95284" y="94298"/>
                </a:cubicBezTo>
                <a:lnTo>
                  <a:pt x="108205" y="95130"/>
                </a:lnTo>
                <a:cubicBezTo>
                  <a:pt x="110147" y="92632"/>
                  <a:pt x="112398" y="90320"/>
                  <a:pt x="114958" y="88346"/>
                </a:cubicBezTo>
                <a:lnTo>
                  <a:pt x="114125" y="75457"/>
                </a:lnTo>
                <a:cubicBezTo>
                  <a:pt x="113879" y="71571"/>
                  <a:pt x="116407" y="68056"/>
                  <a:pt x="120138" y="67069"/>
                </a:cubicBezTo>
                <a:lnTo>
                  <a:pt x="128217" y="64910"/>
                </a:lnTo>
                <a:close/>
                <a:moveTo>
                  <a:pt x="138270" y="104844"/>
                </a:moveTo>
                <a:cubicBezTo>
                  <a:pt x="130782" y="104852"/>
                  <a:pt x="124709" y="110939"/>
                  <a:pt x="124718" y="118427"/>
                </a:cubicBezTo>
                <a:cubicBezTo>
                  <a:pt x="124726" y="125915"/>
                  <a:pt x="130813" y="131988"/>
                  <a:pt x="138301" y="131979"/>
                </a:cubicBezTo>
                <a:cubicBezTo>
                  <a:pt x="145789" y="131971"/>
                  <a:pt x="151862" y="125884"/>
                  <a:pt x="151854" y="118396"/>
                </a:cubicBezTo>
                <a:cubicBezTo>
                  <a:pt x="151845" y="110908"/>
                  <a:pt x="145758" y="104835"/>
                  <a:pt x="138270" y="104844"/>
                </a:cubicBezTo>
                <a:close/>
                <a:moveTo>
                  <a:pt x="69351" y="-14031"/>
                </a:moveTo>
                <a:lnTo>
                  <a:pt x="77430" y="-11872"/>
                </a:lnTo>
                <a:cubicBezTo>
                  <a:pt x="81161" y="-10854"/>
                  <a:pt x="83690" y="-7339"/>
                  <a:pt x="83443" y="-3485"/>
                </a:cubicBezTo>
                <a:lnTo>
                  <a:pt x="82611" y="9405"/>
                </a:lnTo>
                <a:cubicBezTo>
                  <a:pt x="85170" y="11379"/>
                  <a:pt x="87421" y="13660"/>
                  <a:pt x="89364" y="16189"/>
                </a:cubicBezTo>
                <a:lnTo>
                  <a:pt x="102315" y="15356"/>
                </a:lnTo>
                <a:cubicBezTo>
                  <a:pt x="106169" y="15110"/>
                  <a:pt x="109685" y="17638"/>
                  <a:pt x="110702" y="21370"/>
                </a:cubicBezTo>
                <a:lnTo>
                  <a:pt x="112861" y="29449"/>
                </a:lnTo>
                <a:cubicBezTo>
                  <a:pt x="113848" y="33180"/>
                  <a:pt x="112090" y="37127"/>
                  <a:pt x="108606" y="38854"/>
                </a:cubicBezTo>
                <a:lnTo>
                  <a:pt x="96980" y="44589"/>
                </a:lnTo>
                <a:cubicBezTo>
                  <a:pt x="96764" y="46162"/>
                  <a:pt x="96456" y="47735"/>
                  <a:pt x="96055" y="49276"/>
                </a:cubicBezTo>
                <a:cubicBezTo>
                  <a:pt x="95654" y="50818"/>
                  <a:pt x="95099" y="52360"/>
                  <a:pt x="94513" y="53809"/>
                </a:cubicBezTo>
                <a:lnTo>
                  <a:pt x="101698" y="64602"/>
                </a:lnTo>
                <a:cubicBezTo>
                  <a:pt x="103857" y="67840"/>
                  <a:pt x="103425" y="72126"/>
                  <a:pt x="100681" y="74871"/>
                </a:cubicBezTo>
                <a:lnTo>
                  <a:pt x="94760" y="80791"/>
                </a:lnTo>
                <a:cubicBezTo>
                  <a:pt x="92016" y="83536"/>
                  <a:pt x="87729" y="83967"/>
                  <a:pt x="84492" y="81809"/>
                </a:cubicBezTo>
                <a:lnTo>
                  <a:pt x="73699" y="74624"/>
                </a:lnTo>
                <a:cubicBezTo>
                  <a:pt x="70769" y="75827"/>
                  <a:pt x="67655" y="76690"/>
                  <a:pt x="64479" y="77122"/>
                </a:cubicBezTo>
                <a:lnTo>
                  <a:pt x="58743" y="88716"/>
                </a:lnTo>
                <a:cubicBezTo>
                  <a:pt x="57016" y="92201"/>
                  <a:pt x="53069" y="93958"/>
                  <a:pt x="49338" y="92972"/>
                </a:cubicBezTo>
                <a:lnTo>
                  <a:pt x="41259" y="90813"/>
                </a:lnTo>
                <a:cubicBezTo>
                  <a:pt x="37497" y="89795"/>
                  <a:pt x="34999" y="86280"/>
                  <a:pt x="35246" y="82426"/>
                </a:cubicBezTo>
                <a:lnTo>
                  <a:pt x="36079" y="69505"/>
                </a:lnTo>
                <a:cubicBezTo>
                  <a:pt x="33519" y="67532"/>
                  <a:pt x="31268" y="65250"/>
                  <a:pt x="29325" y="62721"/>
                </a:cubicBezTo>
                <a:lnTo>
                  <a:pt x="16374" y="63554"/>
                </a:lnTo>
                <a:cubicBezTo>
                  <a:pt x="12520" y="63800"/>
                  <a:pt x="9004" y="61272"/>
                  <a:pt x="7987" y="57541"/>
                </a:cubicBezTo>
                <a:lnTo>
                  <a:pt x="5828" y="49461"/>
                </a:lnTo>
                <a:cubicBezTo>
                  <a:pt x="4841" y="45730"/>
                  <a:pt x="6599" y="41783"/>
                  <a:pt x="10083" y="40056"/>
                </a:cubicBezTo>
                <a:lnTo>
                  <a:pt x="21709" y="34321"/>
                </a:lnTo>
                <a:cubicBezTo>
                  <a:pt x="21925" y="32748"/>
                  <a:pt x="22233" y="31206"/>
                  <a:pt x="22634" y="29634"/>
                </a:cubicBezTo>
                <a:cubicBezTo>
                  <a:pt x="23066" y="28061"/>
                  <a:pt x="23559" y="26550"/>
                  <a:pt x="24176" y="25101"/>
                </a:cubicBezTo>
                <a:lnTo>
                  <a:pt x="16991" y="14339"/>
                </a:lnTo>
                <a:cubicBezTo>
                  <a:pt x="14832" y="11101"/>
                  <a:pt x="15264" y="6815"/>
                  <a:pt x="18008" y="4070"/>
                </a:cubicBezTo>
                <a:lnTo>
                  <a:pt x="23929" y="-1850"/>
                </a:lnTo>
                <a:cubicBezTo>
                  <a:pt x="26673" y="-4595"/>
                  <a:pt x="30960" y="-5026"/>
                  <a:pt x="34197" y="-2868"/>
                </a:cubicBezTo>
                <a:lnTo>
                  <a:pt x="44990" y="4317"/>
                </a:lnTo>
                <a:cubicBezTo>
                  <a:pt x="47920" y="3114"/>
                  <a:pt x="51034" y="2251"/>
                  <a:pt x="54210" y="1819"/>
                </a:cubicBezTo>
                <a:lnTo>
                  <a:pt x="59946" y="-9775"/>
                </a:lnTo>
                <a:cubicBezTo>
                  <a:pt x="61673" y="-13260"/>
                  <a:pt x="65589" y="-15017"/>
                  <a:pt x="69351" y="-14031"/>
                </a:cubicBezTo>
                <a:close/>
                <a:moveTo>
                  <a:pt x="59329" y="25903"/>
                </a:moveTo>
                <a:cubicBezTo>
                  <a:pt x="51841" y="25903"/>
                  <a:pt x="45761" y="31982"/>
                  <a:pt x="45761" y="39471"/>
                </a:cubicBezTo>
                <a:cubicBezTo>
                  <a:pt x="45761" y="46959"/>
                  <a:pt x="51841" y="53038"/>
                  <a:pt x="59329" y="53038"/>
                </a:cubicBezTo>
                <a:cubicBezTo>
                  <a:pt x="66817" y="53038"/>
                  <a:pt x="72897" y="46959"/>
                  <a:pt x="72897" y="39471"/>
                </a:cubicBezTo>
                <a:cubicBezTo>
                  <a:pt x="72897" y="31982"/>
                  <a:pt x="66817" y="25903"/>
                  <a:pt x="59329" y="259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860056" y="1552506"/>
            <a:ext cx="2131407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Funciones Principales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3952" y="2026153"/>
            <a:ext cx="280679" cy="280679"/>
          </a:xfrm>
          <a:custGeom>
            <a:avLst/>
            <a:gdLst/>
            <a:ahLst/>
            <a:cxnLst/>
            <a:rect l="l" t="t" r="r" b="b"/>
            <a:pathLst>
              <a:path w="280679" h="280679">
                <a:moveTo>
                  <a:pt x="70170" y="0"/>
                </a:moveTo>
                <a:lnTo>
                  <a:pt x="210509" y="0"/>
                </a:lnTo>
                <a:cubicBezTo>
                  <a:pt x="249263" y="0"/>
                  <a:pt x="280679" y="31416"/>
                  <a:pt x="280679" y="70170"/>
                </a:cubicBezTo>
                <a:lnTo>
                  <a:pt x="280679" y="210509"/>
                </a:lnTo>
                <a:cubicBezTo>
                  <a:pt x="280679" y="249263"/>
                  <a:pt x="249263" y="280679"/>
                  <a:pt x="210509" y="280679"/>
                </a:cubicBezTo>
                <a:lnTo>
                  <a:pt x="70170" y="280679"/>
                </a:lnTo>
                <a:cubicBezTo>
                  <a:pt x="31416" y="280679"/>
                  <a:pt x="0" y="249263"/>
                  <a:pt x="0" y="21050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77411" y="2105094"/>
            <a:ext cx="138147" cy="122797"/>
          </a:xfrm>
          <a:custGeom>
            <a:avLst/>
            <a:gdLst/>
            <a:ahLst/>
            <a:cxnLst/>
            <a:rect l="l" t="t" r="r" b="b"/>
            <a:pathLst>
              <a:path w="138147" h="122797">
                <a:moveTo>
                  <a:pt x="69073" y="15350"/>
                </a:moveTo>
                <a:cubicBezTo>
                  <a:pt x="94496" y="15350"/>
                  <a:pt x="115122" y="35976"/>
                  <a:pt x="115122" y="61399"/>
                </a:cubicBezTo>
                <a:cubicBezTo>
                  <a:pt x="115122" y="86821"/>
                  <a:pt x="94496" y="107447"/>
                  <a:pt x="69073" y="107447"/>
                </a:cubicBezTo>
                <a:cubicBezTo>
                  <a:pt x="53436" y="107447"/>
                  <a:pt x="39597" y="99653"/>
                  <a:pt x="31275" y="87709"/>
                </a:cubicBezTo>
                <a:cubicBezTo>
                  <a:pt x="28853" y="84231"/>
                  <a:pt x="24056" y="83392"/>
                  <a:pt x="20578" y="85814"/>
                </a:cubicBezTo>
                <a:cubicBezTo>
                  <a:pt x="17100" y="88236"/>
                  <a:pt x="16261" y="93033"/>
                  <a:pt x="18683" y="96511"/>
                </a:cubicBezTo>
                <a:cubicBezTo>
                  <a:pt x="29764" y="112388"/>
                  <a:pt x="48207" y="122797"/>
                  <a:pt x="69073" y="122797"/>
                </a:cubicBezTo>
                <a:cubicBezTo>
                  <a:pt x="102986" y="122797"/>
                  <a:pt x="130472" y="95312"/>
                  <a:pt x="130472" y="61399"/>
                </a:cubicBezTo>
                <a:cubicBezTo>
                  <a:pt x="130472" y="27485"/>
                  <a:pt x="102986" y="0"/>
                  <a:pt x="69073" y="0"/>
                </a:cubicBezTo>
                <a:cubicBezTo>
                  <a:pt x="48519" y="0"/>
                  <a:pt x="30340" y="10097"/>
                  <a:pt x="19187" y="25591"/>
                </a:cubicBezTo>
                <a:lnTo>
                  <a:pt x="19187" y="19187"/>
                </a:lnTo>
                <a:cubicBezTo>
                  <a:pt x="19187" y="14942"/>
                  <a:pt x="15757" y="11512"/>
                  <a:pt x="11512" y="11512"/>
                </a:cubicBezTo>
                <a:cubicBezTo>
                  <a:pt x="7267" y="11512"/>
                  <a:pt x="3837" y="14942"/>
                  <a:pt x="3837" y="19187"/>
                </a:cubicBezTo>
                <a:lnTo>
                  <a:pt x="3837" y="46049"/>
                </a:lnTo>
                <a:cubicBezTo>
                  <a:pt x="3837" y="50294"/>
                  <a:pt x="7267" y="53724"/>
                  <a:pt x="11512" y="53724"/>
                </a:cubicBezTo>
                <a:lnTo>
                  <a:pt x="17412" y="53724"/>
                </a:lnTo>
                <a:cubicBezTo>
                  <a:pt x="17532" y="53724"/>
                  <a:pt x="17652" y="53724"/>
                  <a:pt x="17772" y="53724"/>
                </a:cubicBezTo>
                <a:lnTo>
                  <a:pt x="38398" y="53724"/>
                </a:lnTo>
                <a:cubicBezTo>
                  <a:pt x="42643" y="53724"/>
                  <a:pt x="46073" y="50294"/>
                  <a:pt x="46073" y="46049"/>
                </a:cubicBezTo>
                <a:cubicBezTo>
                  <a:pt x="46073" y="41804"/>
                  <a:pt x="42643" y="38374"/>
                  <a:pt x="38398" y="38374"/>
                </a:cubicBezTo>
                <a:lnTo>
                  <a:pt x="29212" y="38374"/>
                </a:lnTo>
                <a:cubicBezTo>
                  <a:pt x="37151" y="24607"/>
                  <a:pt x="52045" y="15350"/>
                  <a:pt x="69073" y="15350"/>
                </a:cubicBezTo>
                <a:close/>
                <a:moveTo>
                  <a:pt x="74829" y="36455"/>
                </a:moveTo>
                <a:cubicBezTo>
                  <a:pt x="74829" y="33266"/>
                  <a:pt x="72263" y="30699"/>
                  <a:pt x="69073" y="30699"/>
                </a:cubicBezTo>
                <a:cubicBezTo>
                  <a:pt x="65884" y="30699"/>
                  <a:pt x="63317" y="33266"/>
                  <a:pt x="63317" y="36455"/>
                </a:cubicBezTo>
                <a:lnTo>
                  <a:pt x="63317" y="61399"/>
                </a:lnTo>
                <a:cubicBezTo>
                  <a:pt x="63317" y="62934"/>
                  <a:pt x="63917" y="64397"/>
                  <a:pt x="64996" y="65476"/>
                </a:cubicBezTo>
                <a:lnTo>
                  <a:pt x="82264" y="82744"/>
                </a:lnTo>
                <a:cubicBezTo>
                  <a:pt x="84519" y="84999"/>
                  <a:pt x="88164" y="84999"/>
                  <a:pt x="90395" y="82744"/>
                </a:cubicBezTo>
                <a:cubicBezTo>
                  <a:pt x="92625" y="80490"/>
                  <a:pt x="92649" y="76844"/>
                  <a:pt x="90395" y="74614"/>
                </a:cubicBezTo>
                <a:lnTo>
                  <a:pt x="74806" y="59024"/>
                </a:lnTo>
                <a:lnTo>
                  <a:pt x="74806" y="3645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6789886" y="2008610"/>
            <a:ext cx="3640058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Guardar historial de cambios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89886" y="2254204"/>
            <a:ext cx="3631286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Registro completo de cada modificación con autor y fecha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3952" y="2587511"/>
            <a:ext cx="280679" cy="280679"/>
          </a:xfrm>
          <a:custGeom>
            <a:avLst/>
            <a:gdLst/>
            <a:ahLst/>
            <a:cxnLst/>
            <a:rect l="l" t="t" r="r" b="b"/>
            <a:pathLst>
              <a:path w="280679" h="280679">
                <a:moveTo>
                  <a:pt x="70170" y="0"/>
                </a:moveTo>
                <a:lnTo>
                  <a:pt x="210509" y="0"/>
                </a:lnTo>
                <a:cubicBezTo>
                  <a:pt x="249263" y="0"/>
                  <a:pt x="280679" y="31416"/>
                  <a:pt x="280679" y="70170"/>
                </a:cubicBezTo>
                <a:lnTo>
                  <a:pt x="280679" y="210509"/>
                </a:lnTo>
                <a:cubicBezTo>
                  <a:pt x="280679" y="249263"/>
                  <a:pt x="249263" y="280679"/>
                  <a:pt x="210509" y="280679"/>
                </a:cubicBezTo>
                <a:lnTo>
                  <a:pt x="70170" y="280679"/>
                </a:lnTo>
                <a:cubicBezTo>
                  <a:pt x="31416" y="280679"/>
                  <a:pt x="0" y="249263"/>
                  <a:pt x="0" y="21050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69736" y="2666452"/>
            <a:ext cx="153496" cy="122797"/>
          </a:xfrm>
          <a:custGeom>
            <a:avLst/>
            <a:gdLst/>
            <a:ahLst/>
            <a:cxnLst/>
            <a:rect l="l" t="t" r="r" b="b"/>
            <a:pathLst>
              <a:path w="153496" h="122797">
                <a:moveTo>
                  <a:pt x="76748" y="3837"/>
                </a:moveTo>
                <a:cubicBezTo>
                  <a:pt x="90515" y="3837"/>
                  <a:pt x="101691" y="15014"/>
                  <a:pt x="101691" y="28781"/>
                </a:cubicBezTo>
                <a:cubicBezTo>
                  <a:pt x="101691" y="42547"/>
                  <a:pt x="90515" y="53724"/>
                  <a:pt x="76748" y="53724"/>
                </a:cubicBezTo>
                <a:cubicBezTo>
                  <a:pt x="62982" y="53724"/>
                  <a:pt x="51805" y="42547"/>
                  <a:pt x="51805" y="28781"/>
                </a:cubicBezTo>
                <a:cubicBezTo>
                  <a:pt x="51805" y="15014"/>
                  <a:pt x="62982" y="3837"/>
                  <a:pt x="76748" y="3837"/>
                </a:cubicBezTo>
                <a:close/>
                <a:moveTo>
                  <a:pt x="23024" y="21106"/>
                </a:moveTo>
                <a:cubicBezTo>
                  <a:pt x="32555" y="21106"/>
                  <a:pt x="40293" y="28843"/>
                  <a:pt x="40293" y="38374"/>
                </a:cubicBezTo>
                <a:cubicBezTo>
                  <a:pt x="40293" y="47905"/>
                  <a:pt x="32555" y="55642"/>
                  <a:pt x="23024" y="55642"/>
                </a:cubicBezTo>
                <a:cubicBezTo>
                  <a:pt x="13494" y="55642"/>
                  <a:pt x="5756" y="47905"/>
                  <a:pt x="5756" y="38374"/>
                </a:cubicBezTo>
                <a:cubicBezTo>
                  <a:pt x="5756" y="28843"/>
                  <a:pt x="13494" y="21106"/>
                  <a:pt x="23024" y="21106"/>
                </a:cubicBezTo>
                <a:close/>
                <a:moveTo>
                  <a:pt x="0" y="99773"/>
                </a:moveTo>
                <a:cubicBezTo>
                  <a:pt x="0" y="82816"/>
                  <a:pt x="13743" y="69073"/>
                  <a:pt x="30699" y="69073"/>
                </a:cubicBezTo>
                <a:cubicBezTo>
                  <a:pt x="33769" y="69073"/>
                  <a:pt x="36743" y="69529"/>
                  <a:pt x="39549" y="70369"/>
                </a:cubicBezTo>
                <a:cubicBezTo>
                  <a:pt x="31659" y="79195"/>
                  <a:pt x="26862" y="90851"/>
                  <a:pt x="26862" y="103610"/>
                </a:cubicBezTo>
                <a:lnTo>
                  <a:pt x="26862" y="107447"/>
                </a:lnTo>
                <a:cubicBezTo>
                  <a:pt x="26862" y="110182"/>
                  <a:pt x="27437" y="112772"/>
                  <a:pt x="28469" y="115122"/>
                </a:cubicBezTo>
                <a:lnTo>
                  <a:pt x="7675" y="115122"/>
                </a:lnTo>
                <a:cubicBezTo>
                  <a:pt x="3430" y="115122"/>
                  <a:pt x="0" y="111693"/>
                  <a:pt x="0" y="107447"/>
                </a:cubicBezTo>
                <a:lnTo>
                  <a:pt x="0" y="99773"/>
                </a:lnTo>
                <a:close/>
                <a:moveTo>
                  <a:pt x="125028" y="115122"/>
                </a:moveTo>
                <a:cubicBezTo>
                  <a:pt x="126059" y="112772"/>
                  <a:pt x="126635" y="110182"/>
                  <a:pt x="126635" y="107447"/>
                </a:cubicBezTo>
                <a:lnTo>
                  <a:pt x="126635" y="103610"/>
                </a:lnTo>
                <a:cubicBezTo>
                  <a:pt x="126635" y="90851"/>
                  <a:pt x="121838" y="79195"/>
                  <a:pt x="113947" y="70369"/>
                </a:cubicBezTo>
                <a:cubicBezTo>
                  <a:pt x="116753" y="69529"/>
                  <a:pt x="119727" y="69073"/>
                  <a:pt x="122797" y="69073"/>
                </a:cubicBezTo>
                <a:cubicBezTo>
                  <a:pt x="139754" y="69073"/>
                  <a:pt x="153496" y="82816"/>
                  <a:pt x="153496" y="99773"/>
                </a:cubicBezTo>
                <a:lnTo>
                  <a:pt x="153496" y="107447"/>
                </a:lnTo>
                <a:cubicBezTo>
                  <a:pt x="153496" y="111693"/>
                  <a:pt x="150067" y="115122"/>
                  <a:pt x="145822" y="115122"/>
                </a:cubicBezTo>
                <a:lnTo>
                  <a:pt x="125028" y="115122"/>
                </a:lnTo>
                <a:close/>
                <a:moveTo>
                  <a:pt x="113204" y="38374"/>
                </a:moveTo>
                <a:cubicBezTo>
                  <a:pt x="113204" y="28843"/>
                  <a:pt x="120941" y="21106"/>
                  <a:pt x="130472" y="21106"/>
                </a:cubicBezTo>
                <a:cubicBezTo>
                  <a:pt x="140003" y="21106"/>
                  <a:pt x="147740" y="28843"/>
                  <a:pt x="147740" y="38374"/>
                </a:cubicBezTo>
                <a:cubicBezTo>
                  <a:pt x="147740" y="47905"/>
                  <a:pt x="140003" y="55642"/>
                  <a:pt x="130472" y="55642"/>
                </a:cubicBezTo>
                <a:cubicBezTo>
                  <a:pt x="120941" y="55642"/>
                  <a:pt x="113204" y="47905"/>
                  <a:pt x="113204" y="38374"/>
                </a:cubicBezTo>
                <a:close/>
                <a:moveTo>
                  <a:pt x="38374" y="103610"/>
                </a:moveTo>
                <a:cubicBezTo>
                  <a:pt x="38374" y="82408"/>
                  <a:pt x="55547" y="65236"/>
                  <a:pt x="76748" y="65236"/>
                </a:cubicBezTo>
                <a:cubicBezTo>
                  <a:pt x="97950" y="65236"/>
                  <a:pt x="115122" y="82408"/>
                  <a:pt x="115122" y="103610"/>
                </a:cubicBezTo>
                <a:lnTo>
                  <a:pt x="115122" y="107447"/>
                </a:lnTo>
                <a:cubicBezTo>
                  <a:pt x="115122" y="111693"/>
                  <a:pt x="111693" y="115122"/>
                  <a:pt x="107447" y="115122"/>
                </a:cubicBezTo>
                <a:lnTo>
                  <a:pt x="46049" y="115122"/>
                </a:lnTo>
                <a:cubicBezTo>
                  <a:pt x="41804" y="115122"/>
                  <a:pt x="38374" y="111693"/>
                  <a:pt x="38374" y="107447"/>
                </a:cubicBezTo>
                <a:lnTo>
                  <a:pt x="38374" y="10361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789886" y="2569968"/>
            <a:ext cx="3841796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Permitir trabajar en equipo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89886" y="2815563"/>
            <a:ext cx="3833024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Múltiples desarrolladores pueden colaborar simultáneamente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3952" y="3148869"/>
            <a:ext cx="280679" cy="280679"/>
          </a:xfrm>
          <a:custGeom>
            <a:avLst/>
            <a:gdLst/>
            <a:ahLst/>
            <a:cxnLst/>
            <a:rect l="l" t="t" r="r" b="b"/>
            <a:pathLst>
              <a:path w="280679" h="280679">
                <a:moveTo>
                  <a:pt x="70170" y="0"/>
                </a:moveTo>
                <a:lnTo>
                  <a:pt x="210509" y="0"/>
                </a:lnTo>
                <a:cubicBezTo>
                  <a:pt x="249263" y="0"/>
                  <a:pt x="280679" y="31416"/>
                  <a:pt x="280679" y="70170"/>
                </a:cubicBezTo>
                <a:lnTo>
                  <a:pt x="280679" y="210509"/>
                </a:lnTo>
                <a:cubicBezTo>
                  <a:pt x="280679" y="249263"/>
                  <a:pt x="249263" y="280679"/>
                  <a:pt x="210509" y="280679"/>
                </a:cubicBezTo>
                <a:lnTo>
                  <a:pt x="70170" y="280679"/>
                </a:lnTo>
                <a:cubicBezTo>
                  <a:pt x="31416" y="280679"/>
                  <a:pt x="0" y="249263"/>
                  <a:pt x="0" y="21050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85086" y="3227810"/>
            <a:ext cx="122797" cy="122797"/>
          </a:xfrm>
          <a:custGeom>
            <a:avLst/>
            <a:gdLst/>
            <a:ahLst/>
            <a:cxnLst/>
            <a:rect l="l" t="t" r="r" b="b"/>
            <a:pathLst>
              <a:path w="122797" h="122797">
                <a:moveTo>
                  <a:pt x="61399" y="15350"/>
                </a:moveTo>
                <a:cubicBezTo>
                  <a:pt x="47776" y="15350"/>
                  <a:pt x="35520" y="21274"/>
                  <a:pt x="27078" y="30699"/>
                </a:cubicBezTo>
                <a:lnTo>
                  <a:pt x="38374" y="30699"/>
                </a:lnTo>
                <a:cubicBezTo>
                  <a:pt x="42619" y="30699"/>
                  <a:pt x="46049" y="34129"/>
                  <a:pt x="46049" y="38374"/>
                </a:cubicBezTo>
                <a:cubicBezTo>
                  <a:pt x="46049" y="42619"/>
                  <a:pt x="42619" y="46049"/>
                  <a:pt x="38374" y="46049"/>
                </a:cubicBezTo>
                <a:lnTo>
                  <a:pt x="7675" y="46049"/>
                </a:lnTo>
                <a:cubicBezTo>
                  <a:pt x="3430" y="46049"/>
                  <a:pt x="0" y="42619"/>
                  <a:pt x="0" y="38374"/>
                </a:cubicBezTo>
                <a:lnTo>
                  <a:pt x="0" y="7675"/>
                </a:lnTo>
                <a:cubicBezTo>
                  <a:pt x="0" y="3430"/>
                  <a:pt x="3430" y="0"/>
                  <a:pt x="7675" y="0"/>
                </a:cubicBezTo>
                <a:cubicBezTo>
                  <a:pt x="11920" y="0"/>
                  <a:pt x="15350" y="3430"/>
                  <a:pt x="15350" y="7675"/>
                </a:cubicBezTo>
                <a:lnTo>
                  <a:pt x="15350" y="20794"/>
                </a:lnTo>
                <a:cubicBezTo>
                  <a:pt x="26598" y="8059"/>
                  <a:pt x="43051" y="0"/>
                  <a:pt x="61399" y="0"/>
                </a:cubicBezTo>
                <a:cubicBezTo>
                  <a:pt x="95312" y="0"/>
                  <a:pt x="122797" y="27485"/>
                  <a:pt x="122797" y="61399"/>
                </a:cubicBezTo>
                <a:cubicBezTo>
                  <a:pt x="122797" y="95312"/>
                  <a:pt x="95312" y="122797"/>
                  <a:pt x="61399" y="122797"/>
                </a:cubicBezTo>
                <a:cubicBezTo>
                  <a:pt x="40533" y="122797"/>
                  <a:pt x="22089" y="112388"/>
                  <a:pt x="11009" y="96487"/>
                </a:cubicBezTo>
                <a:cubicBezTo>
                  <a:pt x="8586" y="93009"/>
                  <a:pt x="9426" y="88236"/>
                  <a:pt x="12903" y="85790"/>
                </a:cubicBezTo>
                <a:cubicBezTo>
                  <a:pt x="16381" y="83344"/>
                  <a:pt x="21154" y="84207"/>
                  <a:pt x="23600" y="87685"/>
                </a:cubicBezTo>
                <a:cubicBezTo>
                  <a:pt x="31946" y="99629"/>
                  <a:pt x="45761" y="107423"/>
                  <a:pt x="61399" y="107423"/>
                </a:cubicBezTo>
                <a:cubicBezTo>
                  <a:pt x="86821" y="107423"/>
                  <a:pt x="107447" y="86797"/>
                  <a:pt x="107447" y="61375"/>
                </a:cubicBezTo>
                <a:cubicBezTo>
                  <a:pt x="107447" y="35952"/>
                  <a:pt x="86821" y="15350"/>
                  <a:pt x="61399" y="153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6789886" y="3131327"/>
            <a:ext cx="2841876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Recuperar versiones anteriores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89886" y="3376921"/>
            <a:ext cx="2833105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Volver a cualquier estado previo del proyecto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3952" y="3710227"/>
            <a:ext cx="280679" cy="280679"/>
          </a:xfrm>
          <a:custGeom>
            <a:avLst/>
            <a:gdLst/>
            <a:ahLst/>
            <a:cxnLst/>
            <a:rect l="l" t="t" r="r" b="b"/>
            <a:pathLst>
              <a:path w="280679" h="280679">
                <a:moveTo>
                  <a:pt x="70170" y="0"/>
                </a:moveTo>
                <a:lnTo>
                  <a:pt x="210509" y="0"/>
                </a:lnTo>
                <a:cubicBezTo>
                  <a:pt x="249263" y="0"/>
                  <a:pt x="280679" y="31416"/>
                  <a:pt x="280679" y="70170"/>
                </a:cubicBezTo>
                <a:lnTo>
                  <a:pt x="280679" y="210509"/>
                </a:lnTo>
                <a:cubicBezTo>
                  <a:pt x="280679" y="249263"/>
                  <a:pt x="249263" y="280679"/>
                  <a:pt x="210509" y="280679"/>
                </a:cubicBezTo>
                <a:lnTo>
                  <a:pt x="70170" y="280679"/>
                </a:lnTo>
                <a:cubicBezTo>
                  <a:pt x="31416" y="280679"/>
                  <a:pt x="0" y="249263"/>
                  <a:pt x="0" y="21050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92761" y="3789168"/>
            <a:ext cx="107447" cy="122797"/>
          </a:xfrm>
          <a:custGeom>
            <a:avLst/>
            <a:gdLst/>
            <a:ahLst/>
            <a:cxnLst/>
            <a:rect l="l" t="t" r="r" b="b"/>
            <a:pathLst>
              <a:path w="107447" h="122797">
                <a:moveTo>
                  <a:pt x="19187" y="24943"/>
                </a:moveTo>
                <a:cubicBezTo>
                  <a:pt x="22364" y="24943"/>
                  <a:pt x="24943" y="22364"/>
                  <a:pt x="24943" y="19187"/>
                </a:cubicBezTo>
                <a:cubicBezTo>
                  <a:pt x="24943" y="16010"/>
                  <a:pt x="22364" y="13431"/>
                  <a:pt x="19187" y="13431"/>
                </a:cubicBezTo>
                <a:cubicBezTo>
                  <a:pt x="16010" y="13431"/>
                  <a:pt x="13431" y="16010"/>
                  <a:pt x="13431" y="19187"/>
                </a:cubicBezTo>
                <a:cubicBezTo>
                  <a:pt x="13431" y="22364"/>
                  <a:pt x="16010" y="24943"/>
                  <a:pt x="19187" y="24943"/>
                </a:cubicBezTo>
                <a:close/>
                <a:moveTo>
                  <a:pt x="38374" y="19187"/>
                </a:moveTo>
                <a:cubicBezTo>
                  <a:pt x="38374" y="27054"/>
                  <a:pt x="33649" y="33817"/>
                  <a:pt x="26862" y="36767"/>
                </a:cubicBezTo>
                <a:lnTo>
                  <a:pt x="26862" y="53724"/>
                </a:lnTo>
                <a:lnTo>
                  <a:pt x="69073" y="53724"/>
                </a:lnTo>
                <a:cubicBezTo>
                  <a:pt x="75429" y="53724"/>
                  <a:pt x="80586" y="48567"/>
                  <a:pt x="80586" y="42212"/>
                </a:cubicBezTo>
                <a:lnTo>
                  <a:pt x="80586" y="36767"/>
                </a:lnTo>
                <a:cubicBezTo>
                  <a:pt x="73798" y="33817"/>
                  <a:pt x="69073" y="27054"/>
                  <a:pt x="69073" y="19187"/>
                </a:cubicBezTo>
                <a:cubicBezTo>
                  <a:pt x="69073" y="8586"/>
                  <a:pt x="77660" y="0"/>
                  <a:pt x="88260" y="0"/>
                </a:cubicBezTo>
                <a:cubicBezTo>
                  <a:pt x="98861" y="0"/>
                  <a:pt x="107447" y="8586"/>
                  <a:pt x="107447" y="19187"/>
                </a:cubicBezTo>
                <a:cubicBezTo>
                  <a:pt x="107447" y="27054"/>
                  <a:pt x="102723" y="33817"/>
                  <a:pt x="95935" y="36767"/>
                </a:cubicBezTo>
                <a:lnTo>
                  <a:pt x="95935" y="42212"/>
                </a:lnTo>
                <a:cubicBezTo>
                  <a:pt x="95935" y="57057"/>
                  <a:pt x="83919" y="69073"/>
                  <a:pt x="69073" y="69073"/>
                </a:cubicBezTo>
                <a:lnTo>
                  <a:pt x="26862" y="69073"/>
                </a:lnTo>
                <a:lnTo>
                  <a:pt x="26862" y="86030"/>
                </a:lnTo>
                <a:cubicBezTo>
                  <a:pt x="33649" y="88980"/>
                  <a:pt x="38374" y="95743"/>
                  <a:pt x="38374" y="103610"/>
                </a:cubicBezTo>
                <a:cubicBezTo>
                  <a:pt x="38374" y="114211"/>
                  <a:pt x="29788" y="122797"/>
                  <a:pt x="19187" y="122797"/>
                </a:cubicBezTo>
                <a:cubicBezTo>
                  <a:pt x="8586" y="122797"/>
                  <a:pt x="0" y="114211"/>
                  <a:pt x="0" y="103610"/>
                </a:cubicBezTo>
                <a:cubicBezTo>
                  <a:pt x="0" y="95743"/>
                  <a:pt x="4725" y="88980"/>
                  <a:pt x="11512" y="86030"/>
                </a:cubicBezTo>
                <a:lnTo>
                  <a:pt x="11512" y="36791"/>
                </a:lnTo>
                <a:cubicBezTo>
                  <a:pt x="4725" y="33817"/>
                  <a:pt x="0" y="27054"/>
                  <a:pt x="0" y="19187"/>
                </a:cubicBezTo>
                <a:cubicBezTo>
                  <a:pt x="0" y="8586"/>
                  <a:pt x="8586" y="0"/>
                  <a:pt x="19187" y="0"/>
                </a:cubicBezTo>
                <a:cubicBezTo>
                  <a:pt x="29788" y="0"/>
                  <a:pt x="38374" y="8586"/>
                  <a:pt x="38374" y="19187"/>
                </a:cubicBezTo>
                <a:close/>
                <a:moveTo>
                  <a:pt x="94017" y="19187"/>
                </a:moveTo>
                <a:cubicBezTo>
                  <a:pt x="94017" y="16010"/>
                  <a:pt x="91437" y="13431"/>
                  <a:pt x="88260" y="13431"/>
                </a:cubicBezTo>
                <a:cubicBezTo>
                  <a:pt x="85084" y="13431"/>
                  <a:pt x="82504" y="16010"/>
                  <a:pt x="82504" y="19187"/>
                </a:cubicBezTo>
                <a:cubicBezTo>
                  <a:pt x="82504" y="22364"/>
                  <a:pt x="85084" y="24943"/>
                  <a:pt x="88260" y="24943"/>
                </a:cubicBezTo>
                <a:cubicBezTo>
                  <a:pt x="91437" y="24943"/>
                  <a:pt x="94017" y="22364"/>
                  <a:pt x="94017" y="19187"/>
                </a:cubicBezTo>
                <a:close/>
                <a:moveTo>
                  <a:pt x="19187" y="109366"/>
                </a:moveTo>
                <a:cubicBezTo>
                  <a:pt x="22364" y="109366"/>
                  <a:pt x="24943" y="106787"/>
                  <a:pt x="24943" y="103610"/>
                </a:cubicBezTo>
                <a:cubicBezTo>
                  <a:pt x="24943" y="100433"/>
                  <a:pt x="22364" y="97854"/>
                  <a:pt x="19187" y="97854"/>
                </a:cubicBezTo>
                <a:cubicBezTo>
                  <a:pt x="16010" y="97854"/>
                  <a:pt x="13431" y="100433"/>
                  <a:pt x="13431" y="103610"/>
                </a:cubicBezTo>
                <a:cubicBezTo>
                  <a:pt x="13431" y="106787"/>
                  <a:pt x="16010" y="109366"/>
                  <a:pt x="19187" y="1093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789886" y="3692685"/>
            <a:ext cx="276293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Crear ramas de desarrollo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89886" y="3938279"/>
            <a:ext cx="2754164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Trabajar en funcionalidades independientes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5235" y="4547879"/>
            <a:ext cx="11481531" cy="2306832"/>
          </a:xfrm>
          <a:custGeom>
            <a:avLst/>
            <a:gdLst/>
            <a:ahLst/>
            <a:cxnLst/>
            <a:rect l="l" t="t" r="r" b="b"/>
            <a:pathLst>
              <a:path w="11481531" h="2306832">
                <a:moveTo>
                  <a:pt x="140348" y="0"/>
                </a:moveTo>
                <a:lnTo>
                  <a:pt x="11341183" y="0"/>
                </a:lnTo>
                <a:cubicBezTo>
                  <a:pt x="11418695" y="0"/>
                  <a:pt x="11481531" y="62836"/>
                  <a:pt x="11481531" y="140348"/>
                </a:cubicBezTo>
                <a:lnTo>
                  <a:pt x="11481531" y="2166484"/>
                </a:lnTo>
                <a:cubicBezTo>
                  <a:pt x="11481531" y="2243996"/>
                  <a:pt x="11418695" y="2306832"/>
                  <a:pt x="11341183" y="2306832"/>
                </a:cubicBezTo>
                <a:lnTo>
                  <a:pt x="140348" y="2306832"/>
                </a:lnTo>
                <a:cubicBezTo>
                  <a:pt x="62836" y="2306832"/>
                  <a:pt x="0" y="2243996"/>
                  <a:pt x="0" y="2166484"/>
                </a:cubicBezTo>
                <a:lnTo>
                  <a:pt x="0" y="140348"/>
                </a:lnTo>
                <a:cubicBezTo>
                  <a:pt x="0" y="62836"/>
                  <a:pt x="62836" y="0"/>
                  <a:pt x="14034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0129" y="4762774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938" y="4859258"/>
            <a:ext cx="177617" cy="157882"/>
          </a:xfrm>
          <a:custGeom>
            <a:avLst/>
            <a:gdLst/>
            <a:ahLst/>
            <a:cxnLst/>
            <a:rect l="l" t="t" r="r" b="b"/>
            <a:pathLst>
              <a:path w="177617" h="157882">
                <a:moveTo>
                  <a:pt x="95438" y="-5828"/>
                </a:moveTo>
                <a:cubicBezTo>
                  <a:pt x="94174" y="-8295"/>
                  <a:pt x="91615" y="-9868"/>
                  <a:pt x="88839" y="-9868"/>
                </a:cubicBezTo>
                <a:cubicBezTo>
                  <a:pt x="86064" y="-9868"/>
                  <a:pt x="83505" y="-8295"/>
                  <a:pt x="82240" y="-5828"/>
                </a:cubicBezTo>
                <a:lnTo>
                  <a:pt x="59545" y="38638"/>
                </a:lnTo>
                <a:lnTo>
                  <a:pt x="10238" y="46470"/>
                </a:lnTo>
                <a:cubicBezTo>
                  <a:pt x="7493" y="46902"/>
                  <a:pt x="5211" y="48845"/>
                  <a:pt x="4348" y="51497"/>
                </a:cubicBezTo>
                <a:cubicBezTo>
                  <a:pt x="3485" y="54149"/>
                  <a:pt x="4194" y="57047"/>
                  <a:pt x="6136" y="59021"/>
                </a:cubicBezTo>
                <a:lnTo>
                  <a:pt x="41413" y="94328"/>
                </a:lnTo>
                <a:lnTo>
                  <a:pt x="33642" y="143636"/>
                </a:lnTo>
                <a:cubicBezTo>
                  <a:pt x="33211" y="146380"/>
                  <a:pt x="34352" y="149155"/>
                  <a:pt x="36603" y="150790"/>
                </a:cubicBezTo>
                <a:cubicBezTo>
                  <a:pt x="38854" y="152424"/>
                  <a:pt x="41814" y="152671"/>
                  <a:pt x="44312" y="151406"/>
                </a:cubicBezTo>
                <a:lnTo>
                  <a:pt x="88839" y="128773"/>
                </a:lnTo>
                <a:lnTo>
                  <a:pt x="133336" y="151406"/>
                </a:lnTo>
                <a:cubicBezTo>
                  <a:pt x="135803" y="152671"/>
                  <a:pt x="138794" y="152424"/>
                  <a:pt x="141045" y="150790"/>
                </a:cubicBezTo>
                <a:cubicBezTo>
                  <a:pt x="143296" y="149155"/>
                  <a:pt x="144437" y="146411"/>
                  <a:pt x="144006" y="143636"/>
                </a:cubicBezTo>
                <a:lnTo>
                  <a:pt x="136204" y="94328"/>
                </a:lnTo>
                <a:lnTo>
                  <a:pt x="171481" y="59021"/>
                </a:lnTo>
                <a:cubicBezTo>
                  <a:pt x="173454" y="57047"/>
                  <a:pt x="174133" y="54149"/>
                  <a:pt x="173269" y="51497"/>
                </a:cubicBezTo>
                <a:cubicBezTo>
                  <a:pt x="172406" y="48845"/>
                  <a:pt x="170155" y="46902"/>
                  <a:pt x="167380" y="46470"/>
                </a:cubicBezTo>
                <a:lnTo>
                  <a:pt x="118103" y="38638"/>
                </a:lnTo>
                <a:lnTo>
                  <a:pt x="95438" y="-582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1026233" y="4797859"/>
            <a:ext cx="1078860" cy="28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Beneficios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4515" y="5258348"/>
            <a:ext cx="3578659" cy="1377082"/>
          </a:xfrm>
          <a:custGeom>
            <a:avLst/>
            <a:gdLst/>
            <a:ahLst/>
            <a:cxnLst/>
            <a:rect l="l" t="t" r="r" b="b"/>
            <a:pathLst>
              <a:path w="3578659" h="1377082">
                <a:moveTo>
                  <a:pt x="105250" y="0"/>
                </a:moveTo>
                <a:lnTo>
                  <a:pt x="3473409" y="0"/>
                </a:lnTo>
                <a:cubicBezTo>
                  <a:pt x="3531537" y="0"/>
                  <a:pt x="3578659" y="47122"/>
                  <a:pt x="3578659" y="105250"/>
                </a:cubicBezTo>
                <a:lnTo>
                  <a:pt x="3578659" y="1271832"/>
                </a:lnTo>
                <a:cubicBezTo>
                  <a:pt x="3578659" y="1329960"/>
                  <a:pt x="3531537" y="1377082"/>
                  <a:pt x="3473409" y="1377082"/>
                </a:cubicBezTo>
                <a:lnTo>
                  <a:pt x="105250" y="1377082"/>
                </a:lnTo>
                <a:cubicBezTo>
                  <a:pt x="47161" y="1377082"/>
                  <a:pt x="0" y="1329921"/>
                  <a:pt x="0" y="1271832"/>
                </a:cubicBezTo>
                <a:lnTo>
                  <a:pt x="0" y="105250"/>
                </a:lnTo>
                <a:cubicBezTo>
                  <a:pt x="0" y="47161"/>
                  <a:pt x="47161" y="0"/>
                  <a:pt x="105250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0032" y="5403073"/>
            <a:ext cx="491188" cy="491188"/>
          </a:xfrm>
          <a:custGeom>
            <a:avLst/>
            <a:gdLst/>
            <a:ahLst/>
            <a:cxnLst/>
            <a:rect l="l" t="t" r="r" b="b"/>
            <a:pathLst>
              <a:path w="491188" h="491188">
                <a:moveTo>
                  <a:pt x="245594" y="0"/>
                </a:moveTo>
                <a:lnTo>
                  <a:pt x="245594" y="0"/>
                </a:lnTo>
                <a:cubicBezTo>
                  <a:pt x="381232" y="0"/>
                  <a:pt x="491188" y="109956"/>
                  <a:pt x="491188" y="245594"/>
                </a:cubicBezTo>
                <a:lnTo>
                  <a:pt x="491188" y="245594"/>
                </a:lnTo>
                <a:cubicBezTo>
                  <a:pt x="491188" y="381232"/>
                  <a:pt x="381232" y="491188"/>
                  <a:pt x="245594" y="491188"/>
                </a:cubicBezTo>
                <a:lnTo>
                  <a:pt x="245594" y="491188"/>
                </a:lnTo>
                <a:cubicBezTo>
                  <a:pt x="109956" y="491188"/>
                  <a:pt x="0" y="381232"/>
                  <a:pt x="0" y="245594"/>
                </a:cubicBezTo>
                <a:lnTo>
                  <a:pt x="0" y="245594"/>
                </a:lnTo>
                <a:cubicBezTo>
                  <a:pt x="0" y="109956"/>
                  <a:pt x="109956" y="0"/>
                  <a:pt x="24559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260372" y="5543413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cubicBezTo>
                  <a:pt x="107146" y="0"/>
                  <a:pt x="109037" y="411"/>
                  <a:pt x="110764" y="1192"/>
                </a:cubicBezTo>
                <a:lnTo>
                  <a:pt x="188225" y="34043"/>
                </a:lnTo>
                <a:cubicBezTo>
                  <a:pt x="197270" y="37867"/>
                  <a:pt x="204013" y="46789"/>
                  <a:pt x="203972" y="57561"/>
                </a:cubicBezTo>
                <a:cubicBezTo>
                  <a:pt x="203766" y="98347"/>
                  <a:pt x="186992" y="172971"/>
                  <a:pt x="116150" y="206891"/>
                </a:cubicBezTo>
                <a:cubicBezTo>
                  <a:pt x="109284" y="210180"/>
                  <a:pt x="101308" y="210180"/>
                  <a:pt x="94441" y="206891"/>
                </a:cubicBezTo>
                <a:cubicBezTo>
                  <a:pt x="23559" y="172971"/>
                  <a:pt x="6825" y="98347"/>
                  <a:pt x="6620" y="57561"/>
                </a:cubicBezTo>
                <a:cubicBezTo>
                  <a:pt x="6578" y="46789"/>
                  <a:pt x="13321" y="37867"/>
                  <a:pt x="22367" y="34043"/>
                </a:cubicBezTo>
                <a:lnTo>
                  <a:pt x="99786" y="1192"/>
                </a:lnTo>
                <a:cubicBezTo>
                  <a:pt x="101513" y="411"/>
                  <a:pt x="103363" y="0"/>
                  <a:pt x="105255" y="0"/>
                </a:cubicBezTo>
                <a:close/>
                <a:moveTo>
                  <a:pt x="105255" y="27465"/>
                </a:moveTo>
                <a:lnTo>
                  <a:pt x="105255" y="182921"/>
                </a:lnTo>
                <a:cubicBezTo>
                  <a:pt x="161994" y="155456"/>
                  <a:pt x="177247" y="94606"/>
                  <a:pt x="177617" y="58178"/>
                </a:cubicBezTo>
                <a:lnTo>
                  <a:pt x="105255" y="27506"/>
                </a:lnTo>
                <a:lnTo>
                  <a:pt x="105255" y="2750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679770" y="5999517"/>
            <a:ext cx="336815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Seguridad del código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4155" y="6280196"/>
            <a:ext cx="3359378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Historial inmutable y respaldo completo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05848" y="5258348"/>
            <a:ext cx="3578659" cy="1377082"/>
          </a:xfrm>
          <a:custGeom>
            <a:avLst/>
            <a:gdLst/>
            <a:ahLst/>
            <a:cxnLst/>
            <a:rect l="l" t="t" r="r" b="b"/>
            <a:pathLst>
              <a:path w="3578659" h="1377082">
                <a:moveTo>
                  <a:pt x="105250" y="0"/>
                </a:moveTo>
                <a:lnTo>
                  <a:pt x="3473409" y="0"/>
                </a:lnTo>
                <a:cubicBezTo>
                  <a:pt x="3531537" y="0"/>
                  <a:pt x="3578659" y="47122"/>
                  <a:pt x="3578659" y="105250"/>
                </a:cubicBezTo>
                <a:lnTo>
                  <a:pt x="3578659" y="1271832"/>
                </a:lnTo>
                <a:cubicBezTo>
                  <a:pt x="3578659" y="1329960"/>
                  <a:pt x="3531537" y="1377082"/>
                  <a:pt x="3473409" y="1377082"/>
                </a:cubicBezTo>
                <a:lnTo>
                  <a:pt x="105250" y="1377082"/>
                </a:lnTo>
                <a:cubicBezTo>
                  <a:pt x="47161" y="1377082"/>
                  <a:pt x="0" y="1329921"/>
                  <a:pt x="0" y="1271832"/>
                </a:cubicBezTo>
                <a:lnTo>
                  <a:pt x="0" y="105250"/>
                </a:lnTo>
                <a:cubicBezTo>
                  <a:pt x="0" y="47161"/>
                  <a:pt x="47161" y="0"/>
                  <a:pt x="105250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1365" y="5403073"/>
            <a:ext cx="491188" cy="491188"/>
          </a:xfrm>
          <a:custGeom>
            <a:avLst/>
            <a:gdLst/>
            <a:ahLst/>
            <a:cxnLst/>
            <a:rect l="l" t="t" r="r" b="b"/>
            <a:pathLst>
              <a:path w="491188" h="491188">
                <a:moveTo>
                  <a:pt x="245594" y="0"/>
                </a:moveTo>
                <a:lnTo>
                  <a:pt x="245594" y="0"/>
                </a:lnTo>
                <a:cubicBezTo>
                  <a:pt x="381232" y="0"/>
                  <a:pt x="491188" y="109956"/>
                  <a:pt x="491188" y="245594"/>
                </a:cubicBezTo>
                <a:lnTo>
                  <a:pt x="491188" y="245594"/>
                </a:lnTo>
                <a:cubicBezTo>
                  <a:pt x="491188" y="381232"/>
                  <a:pt x="381232" y="491188"/>
                  <a:pt x="245594" y="491188"/>
                </a:cubicBezTo>
                <a:lnTo>
                  <a:pt x="245594" y="491188"/>
                </a:lnTo>
                <a:cubicBezTo>
                  <a:pt x="109956" y="491188"/>
                  <a:pt x="0" y="381232"/>
                  <a:pt x="0" y="245594"/>
                </a:cubicBezTo>
                <a:lnTo>
                  <a:pt x="0" y="245594"/>
                </a:lnTo>
                <a:cubicBezTo>
                  <a:pt x="0" y="109956"/>
                  <a:pt x="109956" y="0"/>
                  <a:pt x="24559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78548" y="5543413"/>
            <a:ext cx="236823" cy="210509"/>
          </a:xfrm>
          <a:custGeom>
            <a:avLst/>
            <a:gdLst/>
            <a:ahLst/>
            <a:cxnLst/>
            <a:rect l="l" t="t" r="r" b="b"/>
            <a:pathLst>
              <a:path w="236823" h="210509">
                <a:moveTo>
                  <a:pt x="110559" y="35030"/>
                </a:moveTo>
                <a:lnTo>
                  <a:pt x="62618" y="88315"/>
                </a:lnTo>
                <a:cubicBezTo>
                  <a:pt x="60727" y="90412"/>
                  <a:pt x="60809" y="93660"/>
                  <a:pt x="62824" y="95675"/>
                </a:cubicBezTo>
                <a:cubicBezTo>
                  <a:pt x="75364" y="108215"/>
                  <a:pt x="95716" y="108215"/>
                  <a:pt x="108256" y="95675"/>
                </a:cubicBezTo>
                <a:lnTo>
                  <a:pt x="121331" y="82600"/>
                </a:lnTo>
                <a:cubicBezTo>
                  <a:pt x="123058" y="80873"/>
                  <a:pt x="125237" y="79928"/>
                  <a:pt x="127457" y="79763"/>
                </a:cubicBezTo>
                <a:cubicBezTo>
                  <a:pt x="130253" y="79517"/>
                  <a:pt x="133131" y="80462"/>
                  <a:pt x="135269" y="82600"/>
                </a:cubicBezTo>
                <a:lnTo>
                  <a:pt x="207878" y="154593"/>
                </a:lnTo>
                <a:lnTo>
                  <a:pt x="236823" y="131568"/>
                </a:lnTo>
                <a:lnTo>
                  <a:pt x="236823" y="13157"/>
                </a:lnTo>
                <a:lnTo>
                  <a:pt x="190774" y="39471"/>
                </a:lnTo>
                <a:lnTo>
                  <a:pt x="180989" y="32933"/>
                </a:lnTo>
                <a:cubicBezTo>
                  <a:pt x="174493" y="28616"/>
                  <a:pt x="166886" y="26314"/>
                  <a:pt x="159074" y="26314"/>
                </a:cubicBezTo>
                <a:lnTo>
                  <a:pt x="130129" y="26314"/>
                </a:lnTo>
                <a:cubicBezTo>
                  <a:pt x="129677" y="26314"/>
                  <a:pt x="129184" y="26314"/>
                  <a:pt x="128731" y="26355"/>
                </a:cubicBezTo>
                <a:cubicBezTo>
                  <a:pt x="121783" y="26725"/>
                  <a:pt x="115246" y="29850"/>
                  <a:pt x="110559" y="35030"/>
                </a:cubicBezTo>
                <a:close/>
                <a:moveTo>
                  <a:pt x="47940" y="75117"/>
                </a:moveTo>
                <a:lnTo>
                  <a:pt x="91851" y="26314"/>
                </a:lnTo>
                <a:lnTo>
                  <a:pt x="75570" y="26314"/>
                </a:lnTo>
                <a:cubicBezTo>
                  <a:pt x="65085" y="26314"/>
                  <a:pt x="55053" y="30466"/>
                  <a:pt x="47652" y="37867"/>
                </a:cubicBezTo>
                <a:lnTo>
                  <a:pt x="46049" y="39471"/>
                </a:lnTo>
                <a:lnTo>
                  <a:pt x="0" y="13157"/>
                </a:lnTo>
                <a:lnTo>
                  <a:pt x="0" y="131568"/>
                </a:lnTo>
                <a:lnTo>
                  <a:pt x="64304" y="185141"/>
                </a:lnTo>
                <a:cubicBezTo>
                  <a:pt x="73761" y="193035"/>
                  <a:pt x="85684" y="197353"/>
                  <a:pt x="97977" y="197353"/>
                </a:cubicBezTo>
                <a:lnTo>
                  <a:pt x="104432" y="197353"/>
                </a:lnTo>
                <a:lnTo>
                  <a:pt x="101554" y="194474"/>
                </a:lnTo>
                <a:cubicBezTo>
                  <a:pt x="97689" y="190610"/>
                  <a:pt x="97689" y="184360"/>
                  <a:pt x="101554" y="180536"/>
                </a:cubicBezTo>
                <a:cubicBezTo>
                  <a:pt x="105419" y="176713"/>
                  <a:pt x="111669" y="176672"/>
                  <a:pt x="115492" y="180536"/>
                </a:cubicBezTo>
                <a:lnTo>
                  <a:pt x="132350" y="197394"/>
                </a:lnTo>
                <a:lnTo>
                  <a:pt x="136050" y="197394"/>
                </a:lnTo>
                <a:cubicBezTo>
                  <a:pt x="143903" y="197394"/>
                  <a:pt x="151591" y="195626"/>
                  <a:pt x="158581" y="192336"/>
                </a:cubicBezTo>
                <a:lnTo>
                  <a:pt x="147603" y="181318"/>
                </a:lnTo>
                <a:cubicBezTo>
                  <a:pt x="143738" y="177453"/>
                  <a:pt x="143738" y="171203"/>
                  <a:pt x="147603" y="167380"/>
                </a:cubicBezTo>
                <a:cubicBezTo>
                  <a:pt x="151468" y="163556"/>
                  <a:pt x="157718" y="163515"/>
                  <a:pt x="161541" y="167380"/>
                </a:cubicBezTo>
                <a:lnTo>
                  <a:pt x="174698" y="180536"/>
                </a:lnTo>
                <a:lnTo>
                  <a:pt x="181893" y="173341"/>
                </a:lnTo>
                <a:cubicBezTo>
                  <a:pt x="185552" y="169682"/>
                  <a:pt x="186621" y="164378"/>
                  <a:pt x="185018" y="159732"/>
                </a:cubicBezTo>
                <a:lnTo>
                  <a:pt x="128320" y="103487"/>
                </a:lnTo>
                <a:lnTo>
                  <a:pt x="122194" y="109613"/>
                </a:lnTo>
                <a:cubicBezTo>
                  <a:pt x="101924" y="129883"/>
                  <a:pt x="69114" y="129883"/>
                  <a:pt x="48845" y="109613"/>
                </a:cubicBezTo>
                <a:cubicBezTo>
                  <a:pt x="39388" y="100156"/>
                  <a:pt x="39018" y="84985"/>
                  <a:pt x="47940" y="7507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4411103" y="5999517"/>
            <a:ext cx="336815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Colaboración eficiente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15488" y="6280196"/>
            <a:ext cx="3359378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Trabajo paralelo sin conflictos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37181" y="5258348"/>
            <a:ext cx="3578659" cy="1377082"/>
          </a:xfrm>
          <a:custGeom>
            <a:avLst/>
            <a:gdLst/>
            <a:ahLst/>
            <a:cxnLst/>
            <a:rect l="l" t="t" r="r" b="b"/>
            <a:pathLst>
              <a:path w="3578659" h="1377082">
                <a:moveTo>
                  <a:pt x="105250" y="0"/>
                </a:moveTo>
                <a:lnTo>
                  <a:pt x="3473409" y="0"/>
                </a:lnTo>
                <a:cubicBezTo>
                  <a:pt x="3531537" y="0"/>
                  <a:pt x="3578659" y="47122"/>
                  <a:pt x="3578659" y="105250"/>
                </a:cubicBezTo>
                <a:lnTo>
                  <a:pt x="3578659" y="1271832"/>
                </a:lnTo>
                <a:cubicBezTo>
                  <a:pt x="3578659" y="1329960"/>
                  <a:pt x="3531537" y="1377082"/>
                  <a:pt x="3473409" y="1377082"/>
                </a:cubicBezTo>
                <a:lnTo>
                  <a:pt x="105250" y="1377082"/>
                </a:lnTo>
                <a:cubicBezTo>
                  <a:pt x="47161" y="1377082"/>
                  <a:pt x="0" y="1329921"/>
                  <a:pt x="0" y="1271832"/>
                </a:cubicBezTo>
                <a:lnTo>
                  <a:pt x="0" y="105250"/>
                </a:lnTo>
                <a:cubicBezTo>
                  <a:pt x="0" y="47161"/>
                  <a:pt x="47161" y="0"/>
                  <a:pt x="105250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82698" y="5403073"/>
            <a:ext cx="491188" cy="491188"/>
          </a:xfrm>
          <a:custGeom>
            <a:avLst/>
            <a:gdLst/>
            <a:ahLst/>
            <a:cxnLst/>
            <a:rect l="l" t="t" r="r" b="b"/>
            <a:pathLst>
              <a:path w="491188" h="491188">
                <a:moveTo>
                  <a:pt x="245594" y="0"/>
                </a:moveTo>
                <a:lnTo>
                  <a:pt x="245594" y="0"/>
                </a:lnTo>
                <a:cubicBezTo>
                  <a:pt x="381232" y="0"/>
                  <a:pt x="491188" y="109956"/>
                  <a:pt x="491188" y="245594"/>
                </a:cubicBezTo>
                <a:lnTo>
                  <a:pt x="491188" y="245594"/>
                </a:lnTo>
                <a:cubicBezTo>
                  <a:pt x="491188" y="381232"/>
                  <a:pt x="381232" y="491188"/>
                  <a:pt x="245594" y="491188"/>
                </a:cubicBezTo>
                <a:lnTo>
                  <a:pt x="245594" y="491188"/>
                </a:lnTo>
                <a:cubicBezTo>
                  <a:pt x="109956" y="491188"/>
                  <a:pt x="0" y="381232"/>
                  <a:pt x="0" y="245594"/>
                </a:cubicBezTo>
                <a:lnTo>
                  <a:pt x="0" y="245594"/>
                </a:lnTo>
                <a:cubicBezTo>
                  <a:pt x="0" y="109956"/>
                  <a:pt x="109956" y="0"/>
                  <a:pt x="24559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23038" y="5543413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26314" y="26314"/>
                </a:moveTo>
                <a:cubicBezTo>
                  <a:pt x="26314" y="19036"/>
                  <a:pt x="20434" y="13157"/>
                  <a:pt x="13157" y="13157"/>
                </a:cubicBezTo>
                <a:cubicBezTo>
                  <a:pt x="5879" y="13157"/>
                  <a:pt x="0" y="19036"/>
                  <a:pt x="0" y="26314"/>
                </a:cubicBezTo>
                <a:lnTo>
                  <a:pt x="0" y="164460"/>
                </a:lnTo>
                <a:cubicBezTo>
                  <a:pt x="0" y="182633"/>
                  <a:pt x="14719" y="197353"/>
                  <a:pt x="32892" y="197353"/>
                </a:cubicBezTo>
                <a:lnTo>
                  <a:pt x="197353" y="197353"/>
                </a:lnTo>
                <a:cubicBezTo>
                  <a:pt x="204630" y="197353"/>
                  <a:pt x="210509" y="191473"/>
                  <a:pt x="210509" y="184196"/>
                </a:cubicBezTo>
                <a:cubicBezTo>
                  <a:pt x="210509" y="176918"/>
                  <a:pt x="204630" y="171039"/>
                  <a:pt x="197353" y="171039"/>
                </a:cubicBezTo>
                <a:lnTo>
                  <a:pt x="32892" y="171039"/>
                </a:lnTo>
                <a:cubicBezTo>
                  <a:pt x="29274" y="171039"/>
                  <a:pt x="26314" y="168079"/>
                  <a:pt x="26314" y="164460"/>
                </a:cubicBezTo>
                <a:lnTo>
                  <a:pt x="26314" y="26314"/>
                </a:lnTo>
                <a:close/>
                <a:moveTo>
                  <a:pt x="193488" y="61919"/>
                </a:moveTo>
                <a:cubicBezTo>
                  <a:pt x="198627" y="56780"/>
                  <a:pt x="198627" y="48434"/>
                  <a:pt x="193488" y="43294"/>
                </a:cubicBezTo>
                <a:cubicBezTo>
                  <a:pt x="188348" y="38155"/>
                  <a:pt x="180002" y="38155"/>
                  <a:pt x="174863" y="43294"/>
                </a:cubicBezTo>
                <a:lnTo>
                  <a:pt x="131568" y="86630"/>
                </a:lnTo>
                <a:lnTo>
                  <a:pt x="107968" y="63071"/>
                </a:lnTo>
                <a:cubicBezTo>
                  <a:pt x="102829" y="57931"/>
                  <a:pt x="94483" y="57931"/>
                  <a:pt x="89343" y="63071"/>
                </a:cubicBezTo>
                <a:lnTo>
                  <a:pt x="49873" y="102541"/>
                </a:lnTo>
                <a:cubicBezTo>
                  <a:pt x="44733" y="107680"/>
                  <a:pt x="44733" y="116027"/>
                  <a:pt x="49873" y="121166"/>
                </a:cubicBezTo>
                <a:cubicBezTo>
                  <a:pt x="55012" y="126306"/>
                  <a:pt x="63358" y="126306"/>
                  <a:pt x="68498" y="121166"/>
                </a:cubicBezTo>
                <a:lnTo>
                  <a:pt x="98676" y="90988"/>
                </a:lnTo>
                <a:lnTo>
                  <a:pt x="122276" y="114588"/>
                </a:lnTo>
                <a:cubicBezTo>
                  <a:pt x="127416" y="119727"/>
                  <a:pt x="135762" y="119727"/>
                  <a:pt x="140901" y="114588"/>
                </a:cubicBezTo>
                <a:lnTo>
                  <a:pt x="193529" y="6196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8142436" y="5999517"/>
            <a:ext cx="336815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del progreso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46822" y="6280196"/>
            <a:ext cx="3359378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Visibilidad total del desarrollo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300" y="49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419100"/>
            <a:ext cx="271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es GitHub?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914400"/>
            <a:ext cx="1095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plataforma líder para desarrollo colaborativo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376363"/>
            <a:ext cx="4448175" cy="5095875"/>
          </a:xfrm>
          <a:custGeom>
            <a:avLst/>
            <a:gdLst/>
            <a:ahLst/>
            <a:cxnLst/>
            <a:rect l="l" t="t" r="r" b="b"/>
            <a:pathLst>
              <a:path w="4448175" h="5095875">
                <a:moveTo>
                  <a:pt x="152394" y="0"/>
                </a:moveTo>
                <a:lnTo>
                  <a:pt x="4295781" y="0"/>
                </a:lnTo>
                <a:cubicBezTo>
                  <a:pt x="4379946" y="0"/>
                  <a:pt x="4448175" y="68229"/>
                  <a:pt x="4448175" y="152394"/>
                </a:cubicBezTo>
                <a:lnTo>
                  <a:pt x="4448175" y="4943481"/>
                </a:lnTo>
                <a:cubicBezTo>
                  <a:pt x="4448175" y="5027646"/>
                  <a:pt x="4379946" y="5095875"/>
                  <a:pt x="4295781" y="5095875"/>
                </a:cubicBezTo>
                <a:lnTo>
                  <a:pt x="152394" y="5095875"/>
                </a:lnTo>
                <a:cubicBezTo>
                  <a:pt x="68229" y="5095875"/>
                  <a:pt x="0" y="5027646"/>
                  <a:pt x="0" y="4943481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125" y="160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5566" y="17145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114425" y="1647825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125" y="2143125"/>
            <a:ext cx="40671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es una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6366F1"/>
                </a:solidFill>
                <a:highlight>
                  <a:srgbClr val="6366F1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plataforma en línea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 permite almacenar repositorios Git y colaborar en proyectos de software desde cualquier lugar del mundo.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888" y="4586288"/>
            <a:ext cx="3971925" cy="466725"/>
          </a:xfrm>
          <a:custGeom>
            <a:avLst/>
            <a:gdLst/>
            <a:ahLst/>
            <a:cxnLst/>
            <a:rect l="l" t="t" r="r" b="b"/>
            <a:pathLst>
              <a:path w="3971925" h="466725">
                <a:moveTo>
                  <a:pt x="76202" y="0"/>
                </a:moveTo>
                <a:lnTo>
                  <a:pt x="3895723" y="0"/>
                </a:lnTo>
                <a:cubicBezTo>
                  <a:pt x="3937808" y="0"/>
                  <a:pt x="3971925" y="34117"/>
                  <a:pt x="3971925" y="76202"/>
                </a:cubicBezTo>
                <a:lnTo>
                  <a:pt x="3971925" y="390523"/>
                </a:lnTo>
                <a:cubicBezTo>
                  <a:pt x="3971925" y="432608"/>
                  <a:pt x="3937808" y="466725"/>
                  <a:pt x="38957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4743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47053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Acceso desde cualquier dispositivo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888" y="5176838"/>
            <a:ext cx="3971925" cy="466725"/>
          </a:xfrm>
          <a:custGeom>
            <a:avLst/>
            <a:gdLst/>
            <a:ahLst/>
            <a:cxnLst/>
            <a:rect l="l" t="t" r="r" b="b"/>
            <a:pathLst>
              <a:path w="3971925" h="466725">
                <a:moveTo>
                  <a:pt x="76202" y="0"/>
                </a:moveTo>
                <a:lnTo>
                  <a:pt x="3895723" y="0"/>
                </a:lnTo>
                <a:cubicBezTo>
                  <a:pt x="3937808" y="0"/>
                  <a:pt x="3971925" y="34117"/>
                  <a:pt x="3971925" y="76202"/>
                </a:cubicBezTo>
                <a:lnTo>
                  <a:pt x="3971925" y="390523"/>
                </a:lnTo>
                <a:cubicBezTo>
                  <a:pt x="3971925" y="432608"/>
                  <a:pt x="3937808" y="466725"/>
                  <a:pt x="38957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" y="53340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cubicBezTo>
                  <a:pt x="0" y="49887"/>
                  <a:pt x="21312" y="28575"/>
                  <a:pt x="47625" y="28575"/>
                </a:cubicBezTo>
                <a:cubicBezTo>
                  <a:pt x="62627" y="28575"/>
                  <a:pt x="76736" y="35629"/>
                  <a:pt x="85725" y="47625"/>
                </a:cubicBezTo>
                <a:lnTo>
                  <a:pt x="95250" y="60335"/>
                </a:lnTo>
                <a:lnTo>
                  <a:pt x="104775" y="47625"/>
                </a:lnTo>
                <a:cubicBezTo>
                  <a:pt x="113764" y="35629"/>
                  <a:pt x="127873" y="28575"/>
                  <a:pt x="142875" y="28575"/>
                </a:cubicBezTo>
                <a:cubicBezTo>
                  <a:pt x="169188" y="28575"/>
                  <a:pt x="190500" y="49887"/>
                  <a:pt x="190500" y="76200"/>
                </a:cubicBezTo>
                <a:cubicBezTo>
                  <a:pt x="190500" y="102513"/>
                  <a:pt x="169188" y="123825"/>
                  <a:pt x="142875" y="123825"/>
                </a:cubicBezTo>
                <a:cubicBezTo>
                  <a:pt x="127873" y="123825"/>
                  <a:pt x="113764" y="116771"/>
                  <a:pt x="104775" y="104775"/>
                </a:cubicBezTo>
                <a:lnTo>
                  <a:pt x="95250" y="92065"/>
                </a:lnTo>
                <a:lnTo>
                  <a:pt x="85725" y="104775"/>
                </a:lnTo>
                <a:cubicBezTo>
                  <a:pt x="76736" y="116771"/>
                  <a:pt x="62627" y="123825"/>
                  <a:pt x="47625" y="123825"/>
                </a:cubicBezTo>
                <a:cubicBezTo>
                  <a:pt x="21312" y="123825"/>
                  <a:pt x="0" y="102513"/>
                  <a:pt x="0" y="76200"/>
                </a:cubicBezTo>
                <a:close/>
                <a:moveTo>
                  <a:pt x="83344" y="76200"/>
                </a:moveTo>
                <a:lnTo>
                  <a:pt x="70485" y="59055"/>
                </a:lnTo>
                <a:cubicBezTo>
                  <a:pt x="65097" y="51852"/>
                  <a:pt x="56614" y="47625"/>
                  <a:pt x="47625" y="47625"/>
                </a:cubicBezTo>
                <a:cubicBezTo>
                  <a:pt x="31849" y="47625"/>
                  <a:pt x="19050" y="60424"/>
                  <a:pt x="19050" y="76200"/>
                </a:cubicBezTo>
                <a:cubicBezTo>
                  <a:pt x="19050" y="91976"/>
                  <a:pt x="31849" y="104775"/>
                  <a:pt x="47625" y="104775"/>
                </a:cubicBezTo>
                <a:cubicBezTo>
                  <a:pt x="56614" y="104775"/>
                  <a:pt x="65097" y="100548"/>
                  <a:pt x="70485" y="93345"/>
                </a:cubicBezTo>
                <a:lnTo>
                  <a:pt x="83344" y="76200"/>
                </a:lnTo>
                <a:close/>
                <a:moveTo>
                  <a:pt x="107156" y="76200"/>
                </a:moveTo>
                <a:lnTo>
                  <a:pt x="120015" y="93345"/>
                </a:lnTo>
                <a:cubicBezTo>
                  <a:pt x="125403" y="100548"/>
                  <a:pt x="133886" y="104775"/>
                  <a:pt x="142875" y="104775"/>
                </a:cubicBezTo>
                <a:cubicBezTo>
                  <a:pt x="158651" y="104775"/>
                  <a:pt x="171450" y="91976"/>
                  <a:pt x="171450" y="76200"/>
                </a:cubicBezTo>
                <a:cubicBezTo>
                  <a:pt x="171450" y="60424"/>
                  <a:pt x="158651" y="47625"/>
                  <a:pt x="142875" y="47625"/>
                </a:cubicBezTo>
                <a:cubicBezTo>
                  <a:pt x="133886" y="47625"/>
                  <a:pt x="125403" y="51852"/>
                  <a:pt x="120015" y="59055"/>
                </a:cubicBezTo>
                <a:lnTo>
                  <a:pt x="107156" y="7620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52959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Repositorios públicos y privados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3888" y="5767388"/>
            <a:ext cx="3971925" cy="466725"/>
          </a:xfrm>
          <a:custGeom>
            <a:avLst/>
            <a:gdLst/>
            <a:ahLst/>
            <a:cxnLst/>
            <a:rect l="l" t="t" r="r" b="b"/>
            <a:pathLst>
              <a:path w="3971925" h="466725">
                <a:moveTo>
                  <a:pt x="76202" y="0"/>
                </a:moveTo>
                <a:lnTo>
                  <a:pt x="3895723" y="0"/>
                </a:lnTo>
                <a:cubicBezTo>
                  <a:pt x="3937808" y="0"/>
                  <a:pt x="3971925" y="34117"/>
                  <a:pt x="3971925" y="76202"/>
                </a:cubicBezTo>
                <a:lnTo>
                  <a:pt x="3971925" y="390523"/>
                </a:lnTo>
                <a:cubicBezTo>
                  <a:pt x="3971925" y="432608"/>
                  <a:pt x="3937808" y="466725"/>
                  <a:pt x="38957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2950" y="59245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588645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Comunidad de millones de desarrolladores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33963" y="1376363"/>
            <a:ext cx="6772275" cy="3152775"/>
          </a:xfrm>
          <a:custGeom>
            <a:avLst/>
            <a:gdLst/>
            <a:ahLst/>
            <a:cxnLst/>
            <a:rect l="l" t="t" r="r" b="b"/>
            <a:pathLst>
              <a:path w="6772275" h="3152775">
                <a:moveTo>
                  <a:pt x="152405" y="0"/>
                </a:moveTo>
                <a:lnTo>
                  <a:pt x="6619870" y="0"/>
                </a:lnTo>
                <a:cubicBezTo>
                  <a:pt x="6704041" y="0"/>
                  <a:pt x="6772275" y="68234"/>
                  <a:pt x="6772275" y="152405"/>
                </a:cubicBezTo>
                <a:lnTo>
                  <a:pt x="6772275" y="3000370"/>
                </a:lnTo>
                <a:cubicBezTo>
                  <a:pt x="6772275" y="3084541"/>
                  <a:pt x="6704041" y="3152775"/>
                  <a:pt x="6619870" y="3152775"/>
                </a:cubicBezTo>
                <a:lnTo>
                  <a:pt x="152405" y="3152775"/>
                </a:lnTo>
                <a:cubicBezTo>
                  <a:pt x="68234" y="3152775"/>
                  <a:pt x="0" y="3084541"/>
                  <a:pt x="0" y="3000370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29225" y="1571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336381" y="1676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5724525" y="1609725"/>
            <a:ext cx="2790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Características Principales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33988" y="2109788"/>
            <a:ext cx="3124200" cy="657225"/>
          </a:xfrm>
          <a:custGeom>
            <a:avLst/>
            <a:gdLst/>
            <a:ahLst/>
            <a:cxnLst/>
            <a:rect l="l" t="t" r="r" b="b"/>
            <a:pathLst>
              <a:path w="3124200" h="657225">
                <a:moveTo>
                  <a:pt x="114298" y="0"/>
                </a:moveTo>
                <a:lnTo>
                  <a:pt x="3009902" y="0"/>
                </a:lnTo>
                <a:cubicBezTo>
                  <a:pt x="3072985" y="0"/>
                  <a:pt x="3124200" y="51215"/>
                  <a:pt x="3124200" y="114298"/>
                </a:cubicBezTo>
                <a:lnTo>
                  <a:pt x="3124200" y="542927"/>
                </a:lnTo>
                <a:cubicBezTo>
                  <a:pt x="3124200" y="606010"/>
                  <a:pt x="3072985" y="657225"/>
                  <a:pt x="3009902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53050" y="2228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449491" y="23145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5772150" y="2228850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Hosting de repositorios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72150" y="245745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Almacenamiento en la nube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82013" y="2109788"/>
            <a:ext cx="3124200" cy="657225"/>
          </a:xfrm>
          <a:custGeom>
            <a:avLst/>
            <a:gdLst/>
            <a:ahLst/>
            <a:cxnLst/>
            <a:rect l="l" t="t" r="r" b="b"/>
            <a:pathLst>
              <a:path w="3124200" h="657225">
                <a:moveTo>
                  <a:pt x="114298" y="0"/>
                </a:moveTo>
                <a:lnTo>
                  <a:pt x="3009902" y="0"/>
                </a:lnTo>
                <a:cubicBezTo>
                  <a:pt x="3072985" y="0"/>
                  <a:pt x="3124200" y="51215"/>
                  <a:pt x="3124200" y="114298"/>
                </a:cubicBezTo>
                <a:lnTo>
                  <a:pt x="3124200" y="542927"/>
                </a:lnTo>
                <a:cubicBezTo>
                  <a:pt x="3124200" y="606010"/>
                  <a:pt x="3072985" y="657225"/>
                  <a:pt x="3009902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01075" y="2228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697516" y="23145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20836" y="27087"/>
                </a:moveTo>
                <a:cubicBezTo>
                  <a:pt x="24286" y="27087"/>
                  <a:pt x="27087" y="24286"/>
                  <a:pt x="27087" y="20836"/>
                </a:cubicBezTo>
                <a:cubicBezTo>
                  <a:pt x="27087" y="17386"/>
                  <a:pt x="24286" y="14585"/>
                  <a:pt x="20836" y="14585"/>
                </a:cubicBezTo>
                <a:cubicBezTo>
                  <a:pt x="17386" y="14585"/>
                  <a:pt x="14585" y="17386"/>
                  <a:pt x="14585" y="20836"/>
                </a:cubicBezTo>
                <a:cubicBezTo>
                  <a:pt x="14585" y="24286"/>
                  <a:pt x="17386" y="27087"/>
                  <a:pt x="20836" y="27087"/>
                </a:cubicBezTo>
                <a:close/>
                <a:moveTo>
                  <a:pt x="41672" y="20836"/>
                </a:moveTo>
                <a:cubicBezTo>
                  <a:pt x="41672" y="29379"/>
                  <a:pt x="36541" y="36723"/>
                  <a:pt x="29170" y="39927"/>
                </a:cubicBezTo>
                <a:lnTo>
                  <a:pt x="29170" y="58341"/>
                </a:lnTo>
                <a:lnTo>
                  <a:pt x="75009" y="58341"/>
                </a:lnTo>
                <a:cubicBezTo>
                  <a:pt x="81911" y="58341"/>
                  <a:pt x="87511" y="52741"/>
                  <a:pt x="87511" y="45839"/>
                </a:cubicBezTo>
                <a:lnTo>
                  <a:pt x="87511" y="39927"/>
                </a:lnTo>
                <a:cubicBezTo>
                  <a:pt x="80140" y="36723"/>
                  <a:pt x="75009" y="29379"/>
                  <a:pt x="75009" y="20836"/>
                </a:cubicBezTo>
                <a:cubicBezTo>
                  <a:pt x="75009" y="9324"/>
                  <a:pt x="84333" y="0"/>
                  <a:pt x="95845" y="0"/>
                </a:cubicBezTo>
                <a:cubicBezTo>
                  <a:pt x="107357" y="0"/>
                  <a:pt x="116681" y="9324"/>
                  <a:pt x="116681" y="20836"/>
                </a:cubicBezTo>
                <a:cubicBezTo>
                  <a:pt x="116681" y="29379"/>
                  <a:pt x="111550" y="36723"/>
                  <a:pt x="104180" y="39927"/>
                </a:cubicBezTo>
                <a:lnTo>
                  <a:pt x="104180" y="45839"/>
                </a:lnTo>
                <a:cubicBezTo>
                  <a:pt x="104180" y="61961"/>
                  <a:pt x="91131" y="75009"/>
                  <a:pt x="75009" y="75009"/>
                </a:cubicBezTo>
                <a:lnTo>
                  <a:pt x="29170" y="75009"/>
                </a:lnTo>
                <a:lnTo>
                  <a:pt x="29170" y="93423"/>
                </a:lnTo>
                <a:cubicBezTo>
                  <a:pt x="36541" y="96627"/>
                  <a:pt x="41672" y="103971"/>
                  <a:pt x="41672" y="112514"/>
                </a:cubicBezTo>
                <a:cubicBezTo>
                  <a:pt x="41672" y="124026"/>
                  <a:pt x="32348" y="133350"/>
                  <a:pt x="20836" y="133350"/>
                </a:cubicBezTo>
                <a:cubicBezTo>
                  <a:pt x="9324" y="133350"/>
                  <a:pt x="0" y="124026"/>
                  <a:pt x="0" y="112514"/>
                </a:cubicBezTo>
                <a:cubicBezTo>
                  <a:pt x="0" y="103971"/>
                  <a:pt x="5131" y="96627"/>
                  <a:pt x="12502" y="93423"/>
                </a:cubicBezTo>
                <a:lnTo>
                  <a:pt x="12502" y="39953"/>
                </a:lnTo>
                <a:cubicBezTo>
                  <a:pt x="5131" y="36723"/>
                  <a:pt x="0" y="29379"/>
                  <a:pt x="0" y="20836"/>
                </a:cubicBezTo>
                <a:cubicBezTo>
                  <a:pt x="0" y="9324"/>
                  <a:pt x="9324" y="0"/>
                  <a:pt x="20836" y="0"/>
                </a:cubicBezTo>
                <a:cubicBezTo>
                  <a:pt x="32348" y="0"/>
                  <a:pt x="41672" y="9324"/>
                  <a:pt x="41672" y="20836"/>
                </a:cubicBezTo>
                <a:close/>
                <a:moveTo>
                  <a:pt x="102096" y="20836"/>
                </a:moveTo>
                <a:cubicBezTo>
                  <a:pt x="102096" y="17386"/>
                  <a:pt x="99295" y="14585"/>
                  <a:pt x="95845" y="14585"/>
                </a:cubicBezTo>
                <a:cubicBezTo>
                  <a:pt x="92395" y="14585"/>
                  <a:pt x="89595" y="17386"/>
                  <a:pt x="89595" y="20836"/>
                </a:cubicBezTo>
                <a:cubicBezTo>
                  <a:pt x="89595" y="24286"/>
                  <a:pt x="92395" y="27087"/>
                  <a:pt x="95845" y="27087"/>
                </a:cubicBezTo>
                <a:cubicBezTo>
                  <a:pt x="99295" y="27087"/>
                  <a:pt x="102096" y="24286"/>
                  <a:pt x="102096" y="20836"/>
                </a:cubicBezTo>
                <a:close/>
                <a:moveTo>
                  <a:pt x="20836" y="118765"/>
                </a:moveTo>
                <a:cubicBezTo>
                  <a:pt x="24286" y="118765"/>
                  <a:pt x="27087" y="115964"/>
                  <a:pt x="27087" y="112514"/>
                </a:cubicBezTo>
                <a:cubicBezTo>
                  <a:pt x="27087" y="109064"/>
                  <a:pt x="24286" y="106263"/>
                  <a:pt x="20836" y="106263"/>
                </a:cubicBezTo>
                <a:cubicBezTo>
                  <a:pt x="17386" y="106263"/>
                  <a:pt x="14585" y="109064"/>
                  <a:pt x="14585" y="112514"/>
                </a:cubicBezTo>
                <a:cubicBezTo>
                  <a:pt x="14585" y="115964"/>
                  <a:pt x="17386" y="118765"/>
                  <a:pt x="20836" y="11876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9020175" y="22288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de versiones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20175" y="245745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Basado en Git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3988" y="2890838"/>
            <a:ext cx="3124200" cy="657225"/>
          </a:xfrm>
          <a:custGeom>
            <a:avLst/>
            <a:gdLst/>
            <a:ahLst/>
            <a:cxnLst/>
            <a:rect l="l" t="t" r="r" b="b"/>
            <a:pathLst>
              <a:path w="3124200" h="657225">
                <a:moveTo>
                  <a:pt x="114298" y="0"/>
                </a:moveTo>
                <a:lnTo>
                  <a:pt x="3009902" y="0"/>
                </a:lnTo>
                <a:cubicBezTo>
                  <a:pt x="3072985" y="0"/>
                  <a:pt x="3124200" y="51215"/>
                  <a:pt x="3124200" y="114298"/>
                </a:cubicBezTo>
                <a:lnTo>
                  <a:pt x="3124200" y="542927"/>
                </a:lnTo>
                <a:cubicBezTo>
                  <a:pt x="3124200" y="606010"/>
                  <a:pt x="3072985" y="657225"/>
                  <a:pt x="3009902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53050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41156" y="30956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16669"/>
                </a:moveTo>
                <a:cubicBezTo>
                  <a:pt x="8334" y="7469"/>
                  <a:pt x="15803" y="0"/>
                  <a:pt x="25003" y="0"/>
                </a:cubicBezTo>
                <a:cubicBezTo>
                  <a:pt x="34203" y="0"/>
                  <a:pt x="41672" y="7469"/>
                  <a:pt x="41672" y="16669"/>
                </a:cubicBezTo>
                <a:cubicBezTo>
                  <a:pt x="41672" y="25868"/>
                  <a:pt x="34203" y="33337"/>
                  <a:pt x="25003" y="33337"/>
                </a:cubicBezTo>
                <a:cubicBezTo>
                  <a:pt x="15803" y="33337"/>
                  <a:pt x="8334" y="25868"/>
                  <a:pt x="8334" y="16669"/>
                </a:cubicBezTo>
                <a:close/>
                <a:moveTo>
                  <a:pt x="0" y="58341"/>
                </a:moveTo>
                <a:cubicBezTo>
                  <a:pt x="0" y="49147"/>
                  <a:pt x="7475" y="41672"/>
                  <a:pt x="16669" y="41672"/>
                </a:cubicBezTo>
                <a:lnTo>
                  <a:pt x="33337" y="41672"/>
                </a:lnTo>
                <a:cubicBezTo>
                  <a:pt x="34171" y="41672"/>
                  <a:pt x="35004" y="41724"/>
                  <a:pt x="35812" y="41854"/>
                </a:cubicBezTo>
                <a:lnTo>
                  <a:pt x="24248" y="53418"/>
                </a:lnTo>
                <a:cubicBezTo>
                  <a:pt x="16929" y="60737"/>
                  <a:pt x="16929" y="72613"/>
                  <a:pt x="24248" y="79932"/>
                </a:cubicBezTo>
                <a:lnTo>
                  <a:pt x="38833" y="94517"/>
                </a:lnTo>
                <a:cubicBezTo>
                  <a:pt x="39719" y="95403"/>
                  <a:pt x="40656" y="96184"/>
                  <a:pt x="41672" y="96861"/>
                </a:cubicBezTo>
                <a:lnTo>
                  <a:pt x="41672" y="120848"/>
                </a:lnTo>
                <a:cubicBezTo>
                  <a:pt x="41672" y="127750"/>
                  <a:pt x="36072" y="133350"/>
                  <a:pt x="29170" y="133350"/>
                </a:cubicBezTo>
                <a:lnTo>
                  <a:pt x="20836" y="133350"/>
                </a:lnTo>
                <a:cubicBezTo>
                  <a:pt x="13934" y="133350"/>
                  <a:pt x="8334" y="127750"/>
                  <a:pt x="8334" y="120848"/>
                </a:cubicBezTo>
                <a:lnTo>
                  <a:pt x="8334" y="89438"/>
                </a:lnTo>
                <a:cubicBezTo>
                  <a:pt x="3360" y="86573"/>
                  <a:pt x="0" y="81182"/>
                  <a:pt x="0" y="75009"/>
                </a:cubicBezTo>
                <a:lnTo>
                  <a:pt x="0" y="58341"/>
                </a:lnTo>
                <a:close/>
                <a:moveTo>
                  <a:pt x="91678" y="16669"/>
                </a:moveTo>
                <a:cubicBezTo>
                  <a:pt x="91678" y="7469"/>
                  <a:pt x="99147" y="0"/>
                  <a:pt x="108347" y="0"/>
                </a:cubicBezTo>
                <a:cubicBezTo>
                  <a:pt x="117547" y="0"/>
                  <a:pt x="125016" y="7469"/>
                  <a:pt x="125016" y="16669"/>
                </a:cubicBezTo>
                <a:cubicBezTo>
                  <a:pt x="125016" y="25868"/>
                  <a:pt x="117547" y="33337"/>
                  <a:pt x="108347" y="33337"/>
                </a:cubicBezTo>
                <a:cubicBezTo>
                  <a:pt x="99147" y="33337"/>
                  <a:pt x="91678" y="25868"/>
                  <a:pt x="91678" y="16669"/>
                </a:cubicBezTo>
                <a:close/>
                <a:moveTo>
                  <a:pt x="109102" y="53418"/>
                </a:moveTo>
                <a:lnTo>
                  <a:pt x="97538" y="41854"/>
                </a:lnTo>
                <a:cubicBezTo>
                  <a:pt x="98346" y="41724"/>
                  <a:pt x="99179" y="41672"/>
                  <a:pt x="100013" y="41672"/>
                </a:cubicBezTo>
                <a:lnTo>
                  <a:pt x="116681" y="41672"/>
                </a:lnTo>
                <a:cubicBezTo>
                  <a:pt x="125875" y="41672"/>
                  <a:pt x="133350" y="49147"/>
                  <a:pt x="133350" y="58341"/>
                </a:cubicBezTo>
                <a:lnTo>
                  <a:pt x="133350" y="75009"/>
                </a:lnTo>
                <a:cubicBezTo>
                  <a:pt x="133350" y="81182"/>
                  <a:pt x="129990" y="86573"/>
                  <a:pt x="125016" y="89438"/>
                </a:cubicBezTo>
                <a:lnTo>
                  <a:pt x="125016" y="120848"/>
                </a:lnTo>
                <a:cubicBezTo>
                  <a:pt x="125016" y="127750"/>
                  <a:pt x="119416" y="133350"/>
                  <a:pt x="112514" y="133350"/>
                </a:cubicBezTo>
                <a:lnTo>
                  <a:pt x="104180" y="133350"/>
                </a:lnTo>
                <a:cubicBezTo>
                  <a:pt x="97278" y="133350"/>
                  <a:pt x="91678" y="127750"/>
                  <a:pt x="91678" y="120848"/>
                </a:cubicBezTo>
                <a:lnTo>
                  <a:pt x="91678" y="96861"/>
                </a:lnTo>
                <a:cubicBezTo>
                  <a:pt x="92694" y="96184"/>
                  <a:pt x="93631" y="95403"/>
                  <a:pt x="94517" y="94517"/>
                </a:cubicBezTo>
                <a:lnTo>
                  <a:pt x="109102" y="79932"/>
                </a:lnTo>
                <a:cubicBezTo>
                  <a:pt x="116421" y="72613"/>
                  <a:pt x="116421" y="60737"/>
                  <a:pt x="109102" y="53418"/>
                </a:cubicBezTo>
                <a:close/>
                <a:moveTo>
                  <a:pt x="78864" y="46308"/>
                </a:moveTo>
                <a:cubicBezTo>
                  <a:pt x="81208" y="45344"/>
                  <a:pt x="83891" y="45865"/>
                  <a:pt x="85688" y="47662"/>
                </a:cubicBezTo>
                <a:lnTo>
                  <a:pt x="100273" y="62247"/>
                </a:lnTo>
                <a:cubicBezTo>
                  <a:pt x="102721" y="64696"/>
                  <a:pt x="102721" y="68654"/>
                  <a:pt x="100273" y="71077"/>
                </a:cubicBezTo>
                <a:lnTo>
                  <a:pt x="85688" y="85662"/>
                </a:lnTo>
                <a:cubicBezTo>
                  <a:pt x="83891" y="87459"/>
                  <a:pt x="81208" y="87980"/>
                  <a:pt x="78864" y="87016"/>
                </a:cubicBezTo>
                <a:cubicBezTo>
                  <a:pt x="76520" y="86052"/>
                  <a:pt x="75009" y="83787"/>
                  <a:pt x="75009" y="81260"/>
                </a:cubicBezTo>
                <a:lnTo>
                  <a:pt x="75009" y="75009"/>
                </a:lnTo>
                <a:lnTo>
                  <a:pt x="58341" y="75009"/>
                </a:lnTo>
                <a:lnTo>
                  <a:pt x="58341" y="81260"/>
                </a:lnTo>
                <a:cubicBezTo>
                  <a:pt x="58341" y="83787"/>
                  <a:pt x="56830" y="86078"/>
                  <a:pt x="54486" y="87042"/>
                </a:cubicBezTo>
                <a:cubicBezTo>
                  <a:pt x="52142" y="88006"/>
                  <a:pt x="49459" y="87485"/>
                  <a:pt x="47662" y="85688"/>
                </a:cubicBezTo>
                <a:lnTo>
                  <a:pt x="33077" y="71103"/>
                </a:lnTo>
                <a:cubicBezTo>
                  <a:pt x="30629" y="68654"/>
                  <a:pt x="30629" y="64696"/>
                  <a:pt x="33077" y="62273"/>
                </a:cubicBezTo>
                <a:lnTo>
                  <a:pt x="47662" y="47688"/>
                </a:lnTo>
                <a:cubicBezTo>
                  <a:pt x="49459" y="45891"/>
                  <a:pt x="52142" y="45370"/>
                  <a:pt x="54486" y="46334"/>
                </a:cubicBezTo>
                <a:cubicBezTo>
                  <a:pt x="56830" y="47298"/>
                  <a:pt x="58341" y="49563"/>
                  <a:pt x="58341" y="52090"/>
                </a:cubicBezTo>
                <a:lnTo>
                  <a:pt x="58341" y="58341"/>
                </a:lnTo>
                <a:lnTo>
                  <a:pt x="75009" y="58341"/>
                </a:lnTo>
                <a:lnTo>
                  <a:pt x="75009" y="52090"/>
                </a:lnTo>
                <a:cubicBezTo>
                  <a:pt x="75009" y="49563"/>
                  <a:pt x="76520" y="47272"/>
                  <a:pt x="78864" y="463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5772150" y="300990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Colaboración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72150" y="32385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Trabajo en equipo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82013" y="2890838"/>
            <a:ext cx="3124200" cy="657225"/>
          </a:xfrm>
          <a:custGeom>
            <a:avLst/>
            <a:gdLst/>
            <a:ahLst/>
            <a:cxnLst/>
            <a:rect l="l" t="t" r="r" b="b"/>
            <a:pathLst>
              <a:path w="3124200" h="657225">
                <a:moveTo>
                  <a:pt x="114298" y="0"/>
                </a:moveTo>
                <a:lnTo>
                  <a:pt x="3009902" y="0"/>
                </a:lnTo>
                <a:cubicBezTo>
                  <a:pt x="3072985" y="0"/>
                  <a:pt x="3124200" y="51215"/>
                  <a:pt x="3124200" y="114298"/>
                </a:cubicBezTo>
                <a:lnTo>
                  <a:pt x="3124200" y="542927"/>
                </a:lnTo>
                <a:cubicBezTo>
                  <a:pt x="3124200" y="606010"/>
                  <a:pt x="3072985" y="657225"/>
                  <a:pt x="3009902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01075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680847" y="30956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9020175" y="300990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Revisión de código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20175" y="3238500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review integrado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33988" y="367188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114298" y="0"/>
                </a:moveTo>
                <a:lnTo>
                  <a:pt x="6257927" y="0"/>
                </a:lnTo>
                <a:cubicBezTo>
                  <a:pt x="6321010" y="0"/>
                  <a:pt x="6372225" y="51215"/>
                  <a:pt x="6372225" y="114298"/>
                </a:cubicBezTo>
                <a:lnTo>
                  <a:pt x="6372225" y="542927"/>
                </a:lnTo>
                <a:cubicBezTo>
                  <a:pt x="6372225" y="606010"/>
                  <a:pt x="6321010" y="657225"/>
                  <a:pt x="6257927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53050" y="37909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41156" y="38766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4848" y="9454"/>
                </a:moveTo>
                <a:cubicBezTo>
                  <a:pt x="37687" y="11434"/>
                  <a:pt x="38364" y="15340"/>
                  <a:pt x="36385" y="18153"/>
                </a:cubicBezTo>
                <a:lnTo>
                  <a:pt x="21800" y="38989"/>
                </a:lnTo>
                <a:cubicBezTo>
                  <a:pt x="20732" y="40500"/>
                  <a:pt x="19065" y="41464"/>
                  <a:pt x="17216" y="41620"/>
                </a:cubicBezTo>
                <a:cubicBezTo>
                  <a:pt x="15367" y="41776"/>
                  <a:pt x="13543" y="41151"/>
                  <a:pt x="12241" y="39849"/>
                </a:cubicBezTo>
                <a:lnTo>
                  <a:pt x="1823" y="29431"/>
                </a:lnTo>
                <a:cubicBezTo>
                  <a:pt x="-599" y="26983"/>
                  <a:pt x="-599" y="23024"/>
                  <a:pt x="1823" y="20575"/>
                </a:cubicBezTo>
                <a:cubicBezTo>
                  <a:pt x="4245" y="18127"/>
                  <a:pt x="8230" y="18153"/>
                  <a:pt x="10678" y="20575"/>
                </a:cubicBezTo>
                <a:lnTo>
                  <a:pt x="15835" y="25732"/>
                </a:lnTo>
                <a:lnTo>
                  <a:pt x="26149" y="10991"/>
                </a:lnTo>
                <a:cubicBezTo>
                  <a:pt x="28129" y="8152"/>
                  <a:pt x="32035" y="7475"/>
                  <a:pt x="34848" y="9454"/>
                </a:cubicBezTo>
                <a:close/>
                <a:moveTo>
                  <a:pt x="34848" y="51126"/>
                </a:moveTo>
                <a:cubicBezTo>
                  <a:pt x="37687" y="53106"/>
                  <a:pt x="38364" y="57012"/>
                  <a:pt x="36385" y="59825"/>
                </a:cubicBezTo>
                <a:lnTo>
                  <a:pt x="21800" y="80661"/>
                </a:lnTo>
                <a:cubicBezTo>
                  <a:pt x="20732" y="82172"/>
                  <a:pt x="19065" y="83135"/>
                  <a:pt x="17216" y="83292"/>
                </a:cubicBezTo>
                <a:cubicBezTo>
                  <a:pt x="15367" y="83448"/>
                  <a:pt x="13543" y="82823"/>
                  <a:pt x="12241" y="81521"/>
                </a:cubicBezTo>
                <a:lnTo>
                  <a:pt x="1823" y="71103"/>
                </a:lnTo>
                <a:cubicBezTo>
                  <a:pt x="-625" y="68654"/>
                  <a:pt x="-625" y="64696"/>
                  <a:pt x="1823" y="62273"/>
                </a:cubicBezTo>
                <a:cubicBezTo>
                  <a:pt x="4271" y="59851"/>
                  <a:pt x="8230" y="59825"/>
                  <a:pt x="10652" y="62273"/>
                </a:cubicBezTo>
                <a:lnTo>
                  <a:pt x="15809" y="67430"/>
                </a:lnTo>
                <a:lnTo>
                  <a:pt x="26123" y="52689"/>
                </a:lnTo>
                <a:cubicBezTo>
                  <a:pt x="28102" y="49850"/>
                  <a:pt x="32009" y="49173"/>
                  <a:pt x="34822" y="51152"/>
                </a:cubicBezTo>
                <a:close/>
                <a:moveTo>
                  <a:pt x="58341" y="25003"/>
                </a:moveTo>
                <a:cubicBezTo>
                  <a:pt x="58341" y="20393"/>
                  <a:pt x="62065" y="16669"/>
                  <a:pt x="66675" y="16669"/>
                </a:cubicBezTo>
                <a:lnTo>
                  <a:pt x="125016" y="16669"/>
                </a:lnTo>
                <a:cubicBezTo>
                  <a:pt x="129626" y="16669"/>
                  <a:pt x="133350" y="20393"/>
                  <a:pt x="133350" y="25003"/>
                </a:cubicBezTo>
                <a:cubicBezTo>
                  <a:pt x="133350" y="29613"/>
                  <a:pt x="129626" y="33337"/>
                  <a:pt x="125016" y="33337"/>
                </a:cubicBezTo>
                <a:lnTo>
                  <a:pt x="66675" y="33337"/>
                </a:lnTo>
                <a:cubicBezTo>
                  <a:pt x="62065" y="33337"/>
                  <a:pt x="58341" y="29613"/>
                  <a:pt x="58341" y="25003"/>
                </a:cubicBezTo>
                <a:close/>
                <a:moveTo>
                  <a:pt x="58341" y="66675"/>
                </a:moveTo>
                <a:cubicBezTo>
                  <a:pt x="58341" y="62065"/>
                  <a:pt x="62065" y="58341"/>
                  <a:pt x="66675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66675" y="75009"/>
                </a:lnTo>
                <a:cubicBezTo>
                  <a:pt x="62065" y="75009"/>
                  <a:pt x="58341" y="71285"/>
                  <a:pt x="58341" y="66675"/>
                </a:cubicBezTo>
                <a:close/>
                <a:moveTo>
                  <a:pt x="41672" y="108347"/>
                </a:moveTo>
                <a:cubicBezTo>
                  <a:pt x="41672" y="103737"/>
                  <a:pt x="45396" y="100013"/>
                  <a:pt x="50006" y="100013"/>
                </a:cubicBez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0006" y="116681"/>
                </a:lnTo>
                <a:cubicBezTo>
                  <a:pt x="45396" y="116681"/>
                  <a:pt x="41672" y="112957"/>
                  <a:pt x="41672" y="108347"/>
                </a:cubicBezTo>
                <a:close/>
                <a:moveTo>
                  <a:pt x="16669" y="97929"/>
                </a:moveTo>
                <a:cubicBezTo>
                  <a:pt x="22419" y="97929"/>
                  <a:pt x="27087" y="102597"/>
                  <a:pt x="27087" y="108347"/>
                </a:cubicBezTo>
                <a:cubicBezTo>
                  <a:pt x="27087" y="114097"/>
                  <a:pt x="22419" y="118765"/>
                  <a:pt x="16669" y="118765"/>
                </a:cubicBezTo>
                <a:cubicBezTo>
                  <a:pt x="10919" y="118765"/>
                  <a:pt x="6251" y="114097"/>
                  <a:pt x="6251" y="108347"/>
                </a:cubicBezTo>
                <a:cubicBezTo>
                  <a:pt x="6251" y="102597"/>
                  <a:pt x="10919" y="97929"/>
                  <a:pt x="16669" y="9792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5772150" y="37909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Gestión de tareas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772150" y="401955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Issues, proyectos y milestones para organizar el trabajo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33963" y="4691063"/>
            <a:ext cx="6772275" cy="1666875"/>
          </a:xfrm>
          <a:custGeom>
            <a:avLst/>
            <a:gdLst/>
            <a:ahLst/>
            <a:cxnLst/>
            <a:rect l="l" t="t" r="r" b="b"/>
            <a:pathLst>
              <a:path w="6772275" h="1666875">
                <a:moveTo>
                  <a:pt x="152402" y="0"/>
                </a:moveTo>
                <a:lnTo>
                  <a:pt x="6619873" y="0"/>
                </a:lnTo>
                <a:cubicBezTo>
                  <a:pt x="6704042" y="0"/>
                  <a:pt x="6772275" y="68233"/>
                  <a:pt x="6772275" y="152402"/>
                </a:cubicBezTo>
                <a:lnTo>
                  <a:pt x="6772275" y="1514473"/>
                </a:lnTo>
                <a:cubicBezTo>
                  <a:pt x="6772275" y="1598642"/>
                  <a:pt x="6704042" y="1666875"/>
                  <a:pt x="6619873" y="1666875"/>
                </a:cubicBezTo>
                <a:lnTo>
                  <a:pt x="152402" y="1666875"/>
                </a:lnTo>
                <a:cubicBezTo>
                  <a:pt x="68233" y="1666875"/>
                  <a:pt x="0" y="1598642"/>
                  <a:pt x="0" y="151447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29225" y="4886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6381" y="4991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6973" y="16073"/>
                </a:moveTo>
                <a:lnTo>
                  <a:pt x="104477" y="16073"/>
                </a:lnTo>
                <a:cubicBezTo>
                  <a:pt x="105951" y="16073"/>
                  <a:pt x="107156" y="17279"/>
                  <a:pt x="107156" y="18752"/>
                </a:cubicBezTo>
                <a:lnTo>
                  <a:pt x="107156" y="32147"/>
                </a:lnTo>
                <a:lnTo>
                  <a:pt x="64294" y="32147"/>
                </a:lnTo>
                <a:lnTo>
                  <a:pt x="64294" y="18752"/>
                </a:lnTo>
                <a:cubicBezTo>
                  <a:pt x="64294" y="17279"/>
                  <a:pt x="65499" y="16073"/>
                  <a:pt x="66973" y="16073"/>
                </a:cubicBezTo>
                <a:close/>
                <a:moveTo>
                  <a:pt x="48220" y="18752"/>
                </a:moveTo>
                <a:lnTo>
                  <a:pt x="48220" y="32147"/>
                </a:lnTo>
                <a:lnTo>
                  <a:pt x="21431" y="32147"/>
                </a:lnTo>
                <a:cubicBezTo>
                  <a:pt x="9611" y="32147"/>
                  <a:pt x="0" y="41757"/>
                  <a:pt x="0" y="53578"/>
                </a:cubicBezTo>
                <a:lnTo>
                  <a:pt x="0" y="85725"/>
                </a:lnTo>
                <a:lnTo>
                  <a:pt x="171450" y="85725"/>
                </a:lnTo>
                <a:lnTo>
                  <a:pt x="171450" y="53578"/>
                </a:lnTo>
                <a:cubicBezTo>
                  <a:pt x="171450" y="41757"/>
                  <a:pt x="161839" y="32147"/>
                  <a:pt x="150019" y="32147"/>
                </a:cubicBezTo>
                <a:lnTo>
                  <a:pt x="123230" y="32147"/>
                </a:lnTo>
                <a:lnTo>
                  <a:pt x="123230" y="18752"/>
                </a:lnTo>
                <a:cubicBezTo>
                  <a:pt x="123230" y="8405"/>
                  <a:pt x="114825" y="0"/>
                  <a:pt x="104477" y="0"/>
                </a:cubicBezTo>
                <a:lnTo>
                  <a:pt x="66973" y="0"/>
                </a:lnTo>
                <a:cubicBezTo>
                  <a:pt x="56625" y="0"/>
                  <a:pt x="48220" y="8405"/>
                  <a:pt x="48220" y="18752"/>
                </a:cubicBezTo>
                <a:close/>
                <a:moveTo>
                  <a:pt x="171450" y="101798"/>
                </a:moveTo>
                <a:lnTo>
                  <a:pt x="107156" y="101798"/>
                </a:lnTo>
                <a:lnTo>
                  <a:pt x="107156" y="107156"/>
                </a:lnTo>
                <a:cubicBezTo>
                  <a:pt x="107156" y="113083"/>
                  <a:pt x="102368" y="117872"/>
                  <a:pt x="96441" y="117872"/>
                </a:cubicBezTo>
                <a:lnTo>
                  <a:pt x="75009" y="117872"/>
                </a:lnTo>
                <a:cubicBezTo>
                  <a:pt x="69082" y="117872"/>
                  <a:pt x="64294" y="113083"/>
                  <a:pt x="64294" y="107156"/>
                </a:cubicBezTo>
                <a:lnTo>
                  <a:pt x="64294" y="101798"/>
                </a:lnTo>
                <a:lnTo>
                  <a:pt x="0" y="101798"/>
                </a:ln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50019" y="160734"/>
                </a:lnTo>
                <a:cubicBezTo>
                  <a:pt x="161839" y="160734"/>
                  <a:pt x="171450" y="151124"/>
                  <a:pt x="171450" y="139303"/>
                </a:cubicBezTo>
                <a:lnTo>
                  <a:pt x="171450" y="10179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2" name="Text 50"/>
          <p:cNvSpPr/>
          <p:nvPr/>
        </p:nvSpPr>
        <p:spPr>
          <a:xfrm>
            <a:off x="5724525" y="4924425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Usos Comunes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33988" y="5386388"/>
            <a:ext cx="2038350" cy="771525"/>
          </a:xfrm>
          <a:custGeom>
            <a:avLst/>
            <a:gdLst/>
            <a:ahLst/>
            <a:cxnLst/>
            <a:rect l="l" t="t" r="r" b="b"/>
            <a:pathLst>
              <a:path w="2038350" h="771525">
                <a:moveTo>
                  <a:pt x="114301" y="0"/>
                </a:moveTo>
                <a:lnTo>
                  <a:pt x="1924049" y="0"/>
                </a:lnTo>
                <a:cubicBezTo>
                  <a:pt x="1987176" y="0"/>
                  <a:pt x="2038350" y="51174"/>
                  <a:pt x="2038350" y="114301"/>
                </a:cubicBezTo>
                <a:lnTo>
                  <a:pt x="2038350" y="657224"/>
                </a:lnTo>
                <a:cubicBezTo>
                  <a:pt x="2038350" y="720351"/>
                  <a:pt x="1987176" y="771525"/>
                  <a:pt x="1924049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11776" y="55054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575" y="42863"/>
                </a:moveTo>
                <a:cubicBezTo>
                  <a:pt x="28575" y="27102"/>
                  <a:pt x="41389" y="14288"/>
                  <a:pt x="57150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57150" y="42863"/>
                </a:lnTo>
                <a:lnTo>
                  <a:pt x="57150" y="150019"/>
                </a:lnTo>
                <a:lnTo>
                  <a:pt x="28575" y="150019"/>
                </a:lnTo>
                <a:lnTo>
                  <a:pt x="28575" y="42863"/>
                </a:lnTo>
                <a:close/>
                <a:moveTo>
                  <a:pt x="0" y="180023"/>
                </a:moveTo>
                <a:cubicBezTo>
                  <a:pt x="0" y="175290"/>
                  <a:pt x="3840" y="171450"/>
                  <a:pt x="8573" y="171450"/>
                </a:cubicBezTo>
                <a:lnTo>
                  <a:pt x="277178" y="171450"/>
                </a:lnTo>
                <a:cubicBezTo>
                  <a:pt x="281910" y="171450"/>
                  <a:pt x="285750" y="175290"/>
                  <a:pt x="285750" y="180023"/>
                </a:cubicBezTo>
                <a:cubicBezTo>
                  <a:pt x="285750" y="198953"/>
                  <a:pt x="270391" y="214313"/>
                  <a:pt x="251460" y="214313"/>
                </a:cubicBezTo>
                <a:lnTo>
                  <a:pt x="34290" y="214313"/>
                </a:lnTo>
                <a:cubicBezTo>
                  <a:pt x="15359" y="214313"/>
                  <a:pt x="0" y="198953"/>
                  <a:pt x="0" y="180023"/>
                </a:cubicBezTo>
                <a:close/>
                <a:moveTo>
                  <a:pt x="125462" y="93315"/>
                </a:moveTo>
                <a:lnTo>
                  <a:pt x="111621" y="107156"/>
                </a:lnTo>
                <a:lnTo>
                  <a:pt x="125462" y="120997"/>
                </a:lnTo>
                <a:cubicBezTo>
                  <a:pt x="129659" y="125194"/>
                  <a:pt x="129659" y="131981"/>
                  <a:pt x="125462" y="136133"/>
                </a:cubicBezTo>
                <a:cubicBezTo>
                  <a:pt x="121265" y="140285"/>
                  <a:pt x="114479" y="140330"/>
                  <a:pt x="110326" y="136133"/>
                </a:cubicBezTo>
                <a:lnTo>
                  <a:pt x="88895" y="114702"/>
                </a:lnTo>
                <a:cubicBezTo>
                  <a:pt x="84698" y="110505"/>
                  <a:pt x="84698" y="103718"/>
                  <a:pt x="88895" y="99566"/>
                </a:cubicBezTo>
                <a:lnTo>
                  <a:pt x="110326" y="78135"/>
                </a:lnTo>
                <a:cubicBezTo>
                  <a:pt x="114523" y="73938"/>
                  <a:pt x="121310" y="73938"/>
                  <a:pt x="125462" y="78135"/>
                </a:cubicBezTo>
                <a:cubicBezTo>
                  <a:pt x="129614" y="82332"/>
                  <a:pt x="129659" y="89118"/>
                  <a:pt x="125462" y="93271"/>
                </a:cubicBezTo>
                <a:close/>
                <a:moveTo>
                  <a:pt x="175468" y="78135"/>
                </a:moveTo>
                <a:lnTo>
                  <a:pt x="196900" y="99566"/>
                </a:lnTo>
                <a:cubicBezTo>
                  <a:pt x="201097" y="103763"/>
                  <a:pt x="201097" y="110550"/>
                  <a:pt x="196900" y="114702"/>
                </a:cubicBezTo>
                <a:lnTo>
                  <a:pt x="175468" y="136133"/>
                </a:lnTo>
                <a:cubicBezTo>
                  <a:pt x="171271" y="140330"/>
                  <a:pt x="164485" y="140330"/>
                  <a:pt x="160333" y="136133"/>
                </a:cubicBezTo>
                <a:cubicBezTo>
                  <a:pt x="156180" y="131936"/>
                  <a:pt x="156136" y="125150"/>
                  <a:pt x="160333" y="120997"/>
                </a:cubicBezTo>
                <a:lnTo>
                  <a:pt x="174174" y="107156"/>
                </a:lnTo>
                <a:lnTo>
                  <a:pt x="160333" y="93315"/>
                </a:lnTo>
                <a:cubicBezTo>
                  <a:pt x="156136" y="89118"/>
                  <a:pt x="156136" y="82332"/>
                  <a:pt x="160333" y="78179"/>
                </a:cubicBezTo>
                <a:cubicBezTo>
                  <a:pt x="164529" y="74027"/>
                  <a:pt x="171316" y="73982"/>
                  <a:pt x="175468" y="7817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5314950" y="5810250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Desarrollo de software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99288" y="5386388"/>
            <a:ext cx="2038350" cy="771525"/>
          </a:xfrm>
          <a:custGeom>
            <a:avLst/>
            <a:gdLst/>
            <a:ahLst/>
            <a:cxnLst/>
            <a:rect l="l" t="t" r="r" b="b"/>
            <a:pathLst>
              <a:path w="2038350" h="771525">
                <a:moveTo>
                  <a:pt x="114301" y="0"/>
                </a:moveTo>
                <a:lnTo>
                  <a:pt x="1924049" y="0"/>
                </a:lnTo>
                <a:cubicBezTo>
                  <a:pt x="1987176" y="0"/>
                  <a:pt x="2038350" y="51174"/>
                  <a:pt x="2038350" y="114301"/>
                </a:cubicBezTo>
                <a:lnTo>
                  <a:pt x="2038350" y="657224"/>
                </a:lnTo>
                <a:cubicBezTo>
                  <a:pt x="2038350" y="720351"/>
                  <a:pt x="1987176" y="771525"/>
                  <a:pt x="1924049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05800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8" name="Text 56"/>
          <p:cNvSpPr/>
          <p:nvPr/>
        </p:nvSpPr>
        <p:spPr>
          <a:xfrm>
            <a:off x="7480250" y="5810250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Proyectos open source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564737" y="5386388"/>
            <a:ext cx="2038350" cy="771525"/>
          </a:xfrm>
          <a:custGeom>
            <a:avLst/>
            <a:gdLst/>
            <a:ahLst/>
            <a:cxnLst/>
            <a:rect l="l" t="t" r="r" b="b"/>
            <a:pathLst>
              <a:path w="2038350" h="771525">
                <a:moveTo>
                  <a:pt x="114301" y="0"/>
                </a:moveTo>
                <a:lnTo>
                  <a:pt x="1924049" y="0"/>
                </a:lnTo>
                <a:cubicBezTo>
                  <a:pt x="1987176" y="0"/>
                  <a:pt x="2038350" y="51174"/>
                  <a:pt x="2038350" y="114301"/>
                </a:cubicBezTo>
                <a:lnTo>
                  <a:pt x="2038350" y="657224"/>
                </a:lnTo>
                <a:cubicBezTo>
                  <a:pt x="2038350" y="720351"/>
                  <a:pt x="1987176" y="771525"/>
                  <a:pt x="1924049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85388" y="5505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1" name="Text 59"/>
          <p:cNvSpPr/>
          <p:nvPr/>
        </p:nvSpPr>
        <p:spPr>
          <a:xfrm>
            <a:off x="9645700" y="5810250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Portafolio profesional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300" y="49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6802" y="-580"/>
                </a:moveTo>
                <a:cubicBezTo>
                  <a:pt x="119077" y="-5045"/>
                  <a:pt x="109523" y="-5045"/>
                  <a:pt x="101798" y="-580"/>
                </a:cubicBezTo>
                <a:lnTo>
                  <a:pt x="64204" y="21119"/>
                </a:lnTo>
                <a:cubicBezTo>
                  <a:pt x="56480" y="25584"/>
                  <a:pt x="51703" y="33844"/>
                  <a:pt x="51703" y="42773"/>
                </a:cubicBezTo>
                <a:lnTo>
                  <a:pt x="51703" y="88270"/>
                </a:lnTo>
                <a:lnTo>
                  <a:pt x="12278" y="111041"/>
                </a:lnTo>
                <a:cubicBezTo>
                  <a:pt x="4554" y="115506"/>
                  <a:pt x="-223" y="123765"/>
                  <a:pt x="-223" y="132695"/>
                </a:cubicBezTo>
                <a:lnTo>
                  <a:pt x="-223" y="176138"/>
                </a:lnTo>
                <a:cubicBezTo>
                  <a:pt x="-223" y="185068"/>
                  <a:pt x="4554" y="193328"/>
                  <a:pt x="12278" y="197793"/>
                </a:cubicBezTo>
                <a:lnTo>
                  <a:pt x="49917" y="219492"/>
                </a:lnTo>
                <a:cubicBezTo>
                  <a:pt x="57641" y="223957"/>
                  <a:pt x="67196" y="223957"/>
                  <a:pt x="74920" y="219492"/>
                </a:cubicBezTo>
                <a:lnTo>
                  <a:pt x="114345" y="196721"/>
                </a:lnTo>
                <a:lnTo>
                  <a:pt x="153769" y="219492"/>
                </a:lnTo>
                <a:cubicBezTo>
                  <a:pt x="161493" y="223957"/>
                  <a:pt x="171048" y="223957"/>
                  <a:pt x="178772" y="219492"/>
                </a:cubicBezTo>
                <a:lnTo>
                  <a:pt x="216322" y="197793"/>
                </a:lnTo>
                <a:cubicBezTo>
                  <a:pt x="224046" y="193328"/>
                  <a:pt x="228823" y="185068"/>
                  <a:pt x="228823" y="176138"/>
                </a:cubicBezTo>
                <a:lnTo>
                  <a:pt x="228823" y="132695"/>
                </a:lnTo>
                <a:cubicBezTo>
                  <a:pt x="228823" y="123765"/>
                  <a:pt x="224046" y="115506"/>
                  <a:pt x="216322" y="111041"/>
                </a:cubicBezTo>
                <a:lnTo>
                  <a:pt x="176897" y="88270"/>
                </a:lnTo>
                <a:lnTo>
                  <a:pt x="176897" y="42773"/>
                </a:lnTo>
                <a:cubicBezTo>
                  <a:pt x="176897" y="33844"/>
                  <a:pt x="172120" y="25584"/>
                  <a:pt x="164396" y="21119"/>
                </a:cubicBezTo>
                <a:lnTo>
                  <a:pt x="126802" y="-580"/>
                </a:lnTo>
                <a:close/>
                <a:moveTo>
                  <a:pt x="103584" y="130641"/>
                </a:moveTo>
                <a:lnTo>
                  <a:pt x="103584" y="178192"/>
                </a:lnTo>
                <a:lnTo>
                  <a:pt x="64160" y="200963"/>
                </a:lnTo>
                <a:cubicBezTo>
                  <a:pt x="63624" y="201275"/>
                  <a:pt x="62999" y="201454"/>
                  <a:pt x="62374" y="201454"/>
                </a:cubicBezTo>
                <a:lnTo>
                  <a:pt x="62374" y="154439"/>
                </a:lnTo>
                <a:lnTo>
                  <a:pt x="103584" y="130641"/>
                </a:lnTo>
                <a:close/>
                <a:moveTo>
                  <a:pt x="206901" y="130909"/>
                </a:moveTo>
                <a:cubicBezTo>
                  <a:pt x="207213" y="131445"/>
                  <a:pt x="207392" y="132070"/>
                  <a:pt x="207392" y="132695"/>
                </a:cubicBezTo>
                <a:lnTo>
                  <a:pt x="207392" y="176138"/>
                </a:lnTo>
                <a:cubicBezTo>
                  <a:pt x="207392" y="177433"/>
                  <a:pt x="206722" y="178594"/>
                  <a:pt x="205606" y="179219"/>
                </a:cubicBezTo>
                <a:lnTo>
                  <a:pt x="167967" y="200918"/>
                </a:lnTo>
                <a:cubicBezTo>
                  <a:pt x="167432" y="201231"/>
                  <a:pt x="166807" y="201409"/>
                  <a:pt x="166181" y="201409"/>
                </a:cubicBezTo>
                <a:lnTo>
                  <a:pt x="166181" y="154394"/>
                </a:lnTo>
                <a:lnTo>
                  <a:pt x="206901" y="130909"/>
                </a:lnTo>
                <a:close/>
                <a:moveTo>
                  <a:pt x="155511" y="42773"/>
                </a:moveTo>
                <a:lnTo>
                  <a:pt x="155511" y="88270"/>
                </a:lnTo>
                <a:lnTo>
                  <a:pt x="114300" y="112068"/>
                </a:lnTo>
                <a:lnTo>
                  <a:pt x="114300" y="64517"/>
                </a:lnTo>
                <a:lnTo>
                  <a:pt x="155019" y="41032"/>
                </a:lnTo>
                <a:cubicBezTo>
                  <a:pt x="155332" y="41568"/>
                  <a:pt x="155511" y="42193"/>
                  <a:pt x="155511" y="4281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419100"/>
            <a:ext cx="504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Funciones principales de GitHub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914400"/>
            <a:ext cx="1095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Herramientas esenciales para el desarrollo moderno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338263"/>
            <a:ext cx="3695700" cy="2609850"/>
          </a:xfrm>
          <a:custGeom>
            <a:avLst/>
            <a:gdLst/>
            <a:ahLst/>
            <a:cxnLst/>
            <a:rect l="l" t="t" r="r" b="b"/>
            <a:pathLst>
              <a:path w="3695700" h="2609850">
                <a:moveTo>
                  <a:pt x="152389" y="0"/>
                </a:moveTo>
                <a:lnTo>
                  <a:pt x="3543311" y="0"/>
                </a:lnTo>
                <a:cubicBezTo>
                  <a:pt x="3627417" y="0"/>
                  <a:pt x="3695700" y="68283"/>
                  <a:pt x="3695700" y="152389"/>
                </a:cubicBezTo>
                <a:lnTo>
                  <a:pt x="3695700" y="2457461"/>
                </a:lnTo>
                <a:cubicBezTo>
                  <a:pt x="3695700" y="2541567"/>
                  <a:pt x="3627417" y="2609850"/>
                  <a:pt x="3543311" y="2609850"/>
                </a:cubicBezTo>
                <a:lnTo>
                  <a:pt x="152389" y="2609850"/>
                </a:lnTo>
                <a:cubicBezTo>
                  <a:pt x="68283" y="2609850"/>
                  <a:pt x="0" y="2541567"/>
                  <a:pt x="0" y="245746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2469" y="1666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0836" y="83939"/>
                </a:moveTo>
                <a:lnTo>
                  <a:pt x="12055" y="110207"/>
                </a:lnTo>
                <a:lnTo>
                  <a:pt x="12055" y="35719"/>
                </a:lnTo>
                <a:cubicBezTo>
                  <a:pt x="12055" y="22585"/>
                  <a:pt x="22733" y="11906"/>
                  <a:pt x="35868" y="11906"/>
                </a:cubicBezTo>
                <a:lnTo>
                  <a:pt x="87474" y="11906"/>
                </a:lnTo>
                <a:cubicBezTo>
                  <a:pt x="92608" y="11906"/>
                  <a:pt x="97631" y="13581"/>
                  <a:pt x="101761" y="16669"/>
                </a:cubicBezTo>
                <a:lnTo>
                  <a:pt x="116049" y="27384"/>
                </a:lnTo>
                <a:cubicBezTo>
                  <a:pt x="118095" y="28947"/>
                  <a:pt x="120625" y="29766"/>
                  <a:pt x="123192" y="29766"/>
                </a:cubicBezTo>
                <a:lnTo>
                  <a:pt x="166836" y="29766"/>
                </a:lnTo>
                <a:cubicBezTo>
                  <a:pt x="179970" y="29766"/>
                  <a:pt x="190649" y="40444"/>
                  <a:pt x="190649" y="53578"/>
                </a:cubicBezTo>
                <a:lnTo>
                  <a:pt x="190649" y="59531"/>
                </a:lnTo>
                <a:lnTo>
                  <a:pt x="54694" y="59531"/>
                </a:lnTo>
                <a:cubicBezTo>
                  <a:pt x="39328" y="59531"/>
                  <a:pt x="25673" y="69354"/>
                  <a:pt x="20799" y="83939"/>
                </a:cubicBezTo>
                <a:close/>
                <a:moveTo>
                  <a:pt x="177775" y="166688"/>
                </a:moveTo>
                <a:lnTo>
                  <a:pt x="36835" y="166688"/>
                </a:lnTo>
                <a:cubicBezTo>
                  <a:pt x="24631" y="166688"/>
                  <a:pt x="16036" y="154744"/>
                  <a:pt x="19906" y="143173"/>
                </a:cubicBezTo>
                <a:lnTo>
                  <a:pt x="37765" y="89595"/>
                </a:lnTo>
                <a:cubicBezTo>
                  <a:pt x="40184" y="82302"/>
                  <a:pt x="47030" y="77391"/>
                  <a:pt x="54694" y="77391"/>
                </a:cubicBezTo>
                <a:lnTo>
                  <a:pt x="195635" y="77391"/>
                </a:lnTo>
                <a:cubicBezTo>
                  <a:pt x="207838" y="77391"/>
                  <a:pt x="216433" y="89334"/>
                  <a:pt x="212564" y="100905"/>
                </a:cubicBezTo>
                <a:lnTo>
                  <a:pt x="194704" y="154484"/>
                </a:lnTo>
                <a:cubicBezTo>
                  <a:pt x="192286" y="161776"/>
                  <a:pt x="185440" y="166688"/>
                  <a:pt x="177775" y="16668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152525" y="1628775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Repositorios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105025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Espacios donde se guarda el proyecto con todo su historial de cambios, archivos y documentación.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5788" y="3128963"/>
            <a:ext cx="3295650" cy="619125"/>
          </a:xfrm>
          <a:custGeom>
            <a:avLst/>
            <a:gdLst/>
            <a:ahLst/>
            <a:cxnLst/>
            <a:rect l="l" t="t" r="r" b="b"/>
            <a:pathLst>
              <a:path w="3295650" h="619125">
                <a:moveTo>
                  <a:pt x="76202" y="0"/>
                </a:moveTo>
                <a:lnTo>
                  <a:pt x="3219448" y="0"/>
                </a:lnTo>
                <a:cubicBezTo>
                  <a:pt x="3261533" y="0"/>
                  <a:pt x="3295650" y="34117"/>
                  <a:pt x="3295650" y="76202"/>
                </a:cubicBezTo>
                <a:lnTo>
                  <a:pt x="3295650" y="542923"/>
                </a:lnTo>
                <a:cubicBezTo>
                  <a:pt x="3295650" y="585008"/>
                  <a:pt x="3261533" y="619125"/>
                  <a:pt x="3219448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2234" y="3276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" y="3248025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Públicos o privados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2234" y="3467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933450" y="3438525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Ilimitados en número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6513" y="1338263"/>
            <a:ext cx="3695700" cy="2609850"/>
          </a:xfrm>
          <a:custGeom>
            <a:avLst/>
            <a:gdLst/>
            <a:ahLst/>
            <a:cxnLst/>
            <a:rect l="l" t="t" r="r" b="b"/>
            <a:pathLst>
              <a:path w="3695700" h="2609850">
                <a:moveTo>
                  <a:pt x="152389" y="0"/>
                </a:moveTo>
                <a:lnTo>
                  <a:pt x="3543311" y="0"/>
                </a:lnTo>
                <a:cubicBezTo>
                  <a:pt x="3627417" y="0"/>
                  <a:pt x="3695700" y="68283"/>
                  <a:pt x="3695700" y="152389"/>
                </a:cubicBezTo>
                <a:lnTo>
                  <a:pt x="3695700" y="2457461"/>
                </a:lnTo>
                <a:cubicBezTo>
                  <a:pt x="3695700" y="2541567"/>
                  <a:pt x="3627417" y="2609850"/>
                  <a:pt x="3543311" y="2609850"/>
                </a:cubicBezTo>
                <a:lnTo>
                  <a:pt x="152389" y="2609850"/>
                </a:lnTo>
                <a:cubicBezTo>
                  <a:pt x="68283" y="2609850"/>
                  <a:pt x="0" y="2541567"/>
                  <a:pt x="0" y="245746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417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87032" y="1666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9766" y="38695"/>
                </a:moveTo>
                <a:cubicBezTo>
                  <a:pt x="34694" y="38695"/>
                  <a:pt x="38695" y="34694"/>
                  <a:pt x="38695" y="29766"/>
                </a:cubicBezTo>
                <a:cubicBezTo>
                  <a:pt x="38695" y="24837"/>
                  <a:pt x="34694" y="20836"/>
                  <a:pt x="29766" y="20836"/>
                </a:cubicBezTo>
                <a:cubicBezTo>
                  <a:pt x="24837" y="20836"/>
                  <a:pt x="20836" y="24837"/>
                  <a:pt x="20836" y="29766"/>
                </a:cubicBezTo>
                <a:cubicBezTo>
                  <a:pt x="20836" y="34694"/>
                  <a:pt x="24837" y="38695"/>
                  <a:pt x="29766" y="38695"/>
                </a:cubicBezTo>
                <a:close/>
                <a:moveTo>
                  <a:pt x="59531" y="29766"/>
                </a:moveTo>
                <a:cubicBezTo>
                  <a:pt x="59531" y="41970"/>
                  <a:pt x="52201" y="52462"/>
                  <a:pt x="41672" y="57038"/>
                </a:cubicBezTo>
                <a:lnTo>
                  <a:pt x="41672" y="83344"/>
                </a:lnTo>
                <a:lnTo>
                  <a:pt x="107156" y="83344"/>
                </a:lnTo>
                <a:cubicBezTo>
                  <a:pt x="117016" y="83344"/>
                  <a:pt x="125016" y="75344"/>
                  <a:pt x="125016" y="65484"/>
                </a:cubicBezTo>
                <a:lnTo>
                  <a:pt x="125016" y="57038"/>
                </a:lnTo>
                <a:cubicBezTo>
                  <a:pt x="114486" y="52462"/>
                  <a:pt x="107156" y="41970"/>
                  <a:pt x="107156" y="29766"/>
                </a:cubicBezTo>
                <a:cubicBezTo>
                  <a:pt x="107156" y="13320"/>
                  <a:pt x="120476" y="0"/>
                  <a:pt x="136922" y="0"/>
                </a:cubicBezTo>
                <a:cubicBezTo>
                  <a:pt x="153367" y="0"/>
                  <a:pt x="166688" y="13320"/>
                  <a:pt x="166688" y="29766"/>
                </a:cubicBezTo>
                <a:cubicBezTo>
                  <a:pt x="166688" y="41970"/>
                  <a:pt x="159358" y="52462"/>
                  <a:pt x="148828" y="57038"/>
                </a:cubicBezTo>
                <a:lnTo>
                  <a:pt x="148828" y="65484"/>
                </a:lnTo>
                <a:cubicBezTo>
                  <a:pt x="148828" y="88516"/>
                  <a:pt x="130187" y="107156"/>
                  <a:pt x="107156" y="107156"/>
                </a:cubicBezTo>
                <a:lnTo>
                  <a:pt x="41672" y="107156"/>
                </a:lnTo>
                <a:lnTo>
                  <a:pt x="41672" y="133462"/>
                </a:lnTo>
                <a:cubicBezTo>
                  <a:pt x="52201" y="138038"/>
                  <a:pt x="59531" y="148530"/>
                  <a:pt x="59531" y="160734"/>
                </a:cubicBezTo>
                <a:cubicBezTo>
                  <a:pt x="59531" y="177180"/>
                  <a:pt x="46211" y="190500"/>
                  <a:pt x="29766" y="190500"/>
                </a:cubicBezTo>
                <a:cubicBezTo>
                  <a:pt x="13320" y="190500"/>
                  <a:pt x="0" y="177180"/>
                  <a:pt x="0" y="160734"/>
                </a:cubicBezTo>
                <a:cubicBezTo>
                  <a:pt x="0" y="148530"/>
                  <a:pt x="7330" y="138038"/>
                  <a:pt x="17859" y="133462"/>
                </a:cubicBezTo>
                <a:lnTo>
                  <a:pt x="17859" y="57076"/>
                </a:lnTo>
                <a:cubicBezTo>
                  <a:pt x="7330" y="52462"/>
                  <a:pt x="0" y="41970"/>
                  <a:pt x="0" y="29766"/>
                </a:cubicBezTo>
                <a:cubicBezTo>
                  <a:pt x="0" y="13320"/>
                  <a:pt x="13320" y="0"/>
                  <a:pt x="29766" y="0"/>
                </a:cubicBezTo>
                <a:cubicBezTo>
                  <a:pt x="46211" y="0"/>
                  <a:pt x="59531" y="13320"/>
                  <a:pt x="59531" y="29766"/>
                </a:cubicBezTo>
                <a:close/>
                <a:moveTo>
                  <a:pt x="145852" y="29766"/>
                </a:moveTo>
                <a:cubicBezTo>
                  <a:pt x="145852" y="24837"/>
                  <a:pt x="141850" y="20836"/>
                  <a:pt x="136922" y="20836"/>
                </a:cubicBezTo>
                <a:cubicBezTo>
                  <a:pt x="131993" y="20836"/>
                  <a:pt x="127992" y="24837"/>
                  <a:pt x="127992" y="29766"/>
                </a:cubicBezTo>
                <a:cubicBezTo>
                  <a:pt x="127992" y="34694"/>
                  <a:pt x="131993" y="38695"/>
                  <a:pt x="136922" y="38695"/>
                </a:cubicBezTo>
                <a:cubicBezTo>
                  <a:pt x="141850" y="38695"/>
                  <a:pt x="145852" y="34694"/>
                  <a:pt x="145852" y="29766"/>
                </a:cubicBezTo>
                <a:close/>
                <a:moveTo>
                  <a:pt x="29766" y="169664"/>
                </a:moveTo>
                <a:cubicBezTo>
                  <a:pt x="34694" y="169664"/>
                  <a:pt x="38695" y="165663"/>
                  <a:pt x="38695" y="160734"/>
                </a:cubicBezTo>
                <a:cubicBezTo>
                  <a:pt x="38695" y="155806"/>
                  <a:pt x="34694" y="151805"/>
                  <a:pt x="29766" y="151805"/>
                </a:cubicBezTo>
                <a:cubicBezTo>
                  <a:pt x="24837" y="151805"/>
                  <a:pt x="20836" y="155806"/>
                  <a:pt x="20836" y="160734"/>
                </a:cubicBezTo>
                <a:cubicBezTo>
                  <a:pt x="20836" y="165663"/>
                  <a:pt x="24837" y="169664"/>
                  <a:pt x="29766" y="1696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5013275" y="162877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de Versiones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41775" y="2105025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Permite rastrear cambios y recuperar versiones anteriores del código en cualquier momento.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46538" y="3128963"/>
            <a:ext cx="3295650" cy="619125"/>
          </a:xfrm>
          <a:custGeom>
            <a:avLst/>
            <a:gdLst/>
            <a:ahLst/>
            <a:cxnLst/>
            <a:rect l="l" t="t" r="r" b="b"/>
            <a:pathLst>
              <a:path w="3295650" h="619125">
                <a:moveTo>
                  <a:pt x="76202" y="0"/>
                </a:moveTo>
                <a:lnTo>
                  <a:pt x="3219448" y="0"/>
                </a:lnTo>
                <a:cubicBezTo>
                  <a:pt x="3261533" y="0"/>
                  <a:pt x="3295650" y="34117"/>
                  <a:pt x="3295650" y="76202"/>
                </a:cubicBezTo>
                <a:lnTo>
                  <a:pt x="3295650" y="542923"/>
                </a:lnTo>
                <a:cubicBezTo>
                  <a:pt x="3295650" y="585008"/>
                  <a:pt x="3261533" y="619125"/>
                  <a:pt x="3219448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2985" y="3276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4794200" y="3248025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Historial completo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92985" y="3467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4794200" y="3438525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Diferencias visuales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07263" y="1338263"/>
            <a:ext cx="3695700" cy="2609850"/>
          </a:xfrm>
          <a:custGeom>
            <a:avLst/>
            <a:gdLst/>
            <a:ahLst/>
            <a:cxnLst/>
            <a:rect l="l" t="t" r="r" b="b"/>
            <a:pathLst>
              <a:path w="3695700" h="2609850">
                <a:moveTo>
                  <a:pt x="152389" y="0"/>
                </a:moveTo>
                <a:lnTo>
                  <a:pt x="3543311" y="0"/>
                </a:lnTo>
                <a:cubicBezTo>
                  <a:pt x="3627417" y="0"/>
                  <a:pt x="3695700" y="68283"/>
                  <a:pt x="3695700" y="152389"/>
                </a:cubicBezTo>
                <a:lnTo>
                  <a:pt x="3695700" y="2457461"/>
                </a:lnTo>
                <a:cubicBezTo>
                  <a:pt x="3695700" y="2541567"/>
                  <a:pt x="3627417" y="2609850"/>
                  <a:pt x="3543311" y="2609850"/>
                </a:cubicBezTo>
                <a:lnTo>
                  <a:pt x="152389" y="2609850"/>
                </a:lnTo>
                <a:cubicBezTo>
                  <a:pt x="68283" y="2609850"/>
                  <a:pt x="0" y="2541567"/>
                  <a:pt x="0" y="245746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02526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35876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8874026" y="1628775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Branches (Ramas)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02526" y="2105025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Permiten trabajar en nuevas funcionalidades sin afectar el código principal del proyecto.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07288" y="3128963"/>
            <a:ext cx="3295650" cy="619125"/>
          </a:xfrm>
          <a:custGeom>
            <a:avLst/>
            <a:gdLst/>
            <a:ahLst/>
            <a:cxnLst/>
            <a:rect l="l" t="t" r="r" b="b"/>
            <a:pathLst>
              <a:path w="3295650" h="619125">
                <a:moveTo>
                  <a:pt x="76202" y="0"/>
                </a:moveTo>
                <a:lnTo>
                  <a:pt x="3219448" y="0"/>
                </a:lnTo>
                <a:cubicBezTo>
                  <a:pt x="3261533" y="0"/>
                  <a:pt x="3295650" y="34117"/>
                  <a:pt x="3295650" y="76202"/>
                </a:cubicBezTo>
                <a:lnTo>
                  <a:pt x="3295650" y="542923"/>
                </a:lnTo>
                <a:cubicBezTo>
                  <a:pt x="3295650" y="585008"/>
                  <a:pt x="3261533" y="619125"/>
                  <a:pt x="3219448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53735" y="3276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8654951" y="3248025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Desarrollo paralelo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53735" y="3467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8654951" y="3438525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Aislamiento de cambios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5763" y="4110038"/>
            <a:ext cx="3695700" cy="2362200"/>
          </a:xfrm>
          <a:custGeom>
            <a:avLst/>
            <a:gdLst/>
            <a:ahLst/>
            <a:cxnLst/>
            <a:rect l="l" t="t" r="r" b="b"/>
            <a:pathLst>
              <a:path w="3695700" h="2362200">
                <a:moveTo>
                  <a:pt x="152409" y="0"/>
                </a:moveTo>
                <a:lnTo>
                  <a:pt x="3543291" y="0"/>
                </a:lnTo>
                <a:cubicBezTo>
                  <a:pt x="3627408" y="0"/>
                  <a:pt x="3695700" y="68292"/>
                  <a:pt x="3695700" y="152409"/>
                </a:cubicBezTo>
                <a:lnTo>
                  <a:pt x="3695700" y="2209791"/>
                </a:lnTo>
                <a:cubicBezTo>
                  <a:pt x="3695700" y="2293964"/>
                  <a:pt x="3627464" y="2362200"/>
                  <a:pt x="3543291" y="2362200"/>
                </a:cubicBezTo>
                <a:lnTo>
                  <a:pt x="152409" y="2362200"/>
                </a:lnTo>
                <a:cubicBezTo>
                  <a:pt x="68292" y="2362200"/>
                  <a:pt x="0" y="2293908"/>
                  <a:pt x="0" y="2209791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1025" y="4305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14375" y="4438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2039" y="8930"/>
                </a:moveTo>
                <a:cubicBezTo>
                  <a:pt x="122039" y="5321"/>
                  <a:pt x="119881" y="2046"/>
                  <a:pt x="116532" y="670"/>
                </a:cubicBezTo>
                <a:cubicBezTo>
                  <a:pt x="113184" y="-707"/>
                  <a:pt x="109351" y="74"/>
                  <a:pt x="106784" y="2604"/>
                </a:cubicBezTo>
                <a:lnTo>
                  <a:pt x="85948" y="23440"/>
                </a:lnTo>
                <a:cubicBezTo>
                  <a:pt x="82451" y="26938"/>
                  <a:pt x="82451" y="32593"/>
                  <a:pt x="85948" y="36054"/>
                </a:cubicBezTo>
                <a:lnTo>
                  <a:pt x="106784" y="56890"/>
                </a:lnTo>
                <a:cubicBezTo>
                  <a:pt x="109351" y="59457"/>
                  <a:pt x="113184" y="60201"/>
                  <a:pt x="116532" y="58824"/>
                </a:cubicBezTo>
                <a:cubicBezTo>
                  <a:pt x="119881" y="57448"/>
                  <a:pt x="122039" y="54211"/>
                  <a:pt x="122039" y="50602"/>
                </a:cubicBezTo>
                <a:lnTo>
                  <a:pt x="122039" y="41672"/>
                </a:lnTo>
                <a:lnTo>
                  <a:pt x="130969" y="41672"/>
                </a:lnTo>
                <a:cubicBezTo>
                  <a:pt x="137554" y="41672"/>
                  <a:pt x="142875" y="46992"/>
                  <a:pt x="142875" y="53578"/>
                </a:cubicBezTo>
                <a:lnTo>
                  <a:pt x="142875" y="133462"/>
                </a:lnTo>
                <a:cubicBezTo>
                  <a:pt x="132345" y="138038"/>
                  <a:pt x="125016" y="148530"/>
                  <a:pt x="125016" y="160734"/>
                </a:cubicBezTo>
                <a:cubicBezTo>
                  <a:pt x="125016" y="177180"/>
                  <a:pt x="138336" y="190500"/>
                  <a:pt x="154781" y="190500"/>
                </a:cubicBezTo>
                <a:cubicBezTo>
                  <a:pt x="171227" y="190500"/>
                  <a:pt x="184547" y="177180"/>
                  <a:pt x="184547" y="160734"/>
                </a:cubicBezTo>
                <a:cubicBezTo>
                  <a:pt x="184547" y="148530"/>
                  <a:pt x="177217" y="138038"/>
                  <a:pt x="166688" y="133462"/>
                </a:cubicBezTo>
                <a:lnTo>
                  <a:pt x="166688" y="53578"/>
                </a:lnTo>
                <a:cubicBezTo>
                  <a:pt x="166688" y="33858"/>
                  <a:pt x="150688" y="17859"/>
                  <a:pt x="130969" y="17859"/>
                </a:cubicBezTo>
                <a:lnTo>
                  <a:pt x="122039" y="17859"/>
                </a:lnTo>
                <a:lnTo>
                  <a:pt x="122039" y="8930"/>
                </a:lnTo>
                <a:close/>
                <a:moveTo>
                  <a:pt x="26789" y="29766"/>
                </a:moveTo>
                <a:cubicBezTo>
                  <a:pt x="26789" y="24837"/>
                  <a:pt x="30790" y="20836"/>
                  <a:pt x="35719" y="20836"/>
                </a:cubicBezTo>
                <a:cubicBezTo>
                  <a:pt x="40647" y="20836"/>
                  <a:pt x="44648" y="24837"/>
                  <a:pt x="44648" y="29766"/>
                </a:cubicBezTo>
                <a:cubicBezTo>
                  <a:pt x="44648" y="34694"/>
                  <a:pt x="40647" y="38695"/>
                  <a:pt x="35719" y="38695"/>
                </a:cubicBezTo>
                <a:cubicBezTo>
                  <a:pt x="30790" y="38695"/>
                  <a:pt x="26789" y="34694"/>
                  <a:pt x="26789" y="29766"/>
                </a:cubicBezTo>
                <a:close/>
                <a:moveTo>
                  <a:pt x="47625" y="57038"/>
                </a:moveTo>
                <a:cubicBezTo>
                  <a:pt x="58155" y="52462"/>
                  <a:pt x="65484" y="41970"/>
                  <a:pt x="65484" y="29766"/>
                </a:cubicBezTo>
                <a:cubicBezTo>
                  <a:pt x="65484" y="13320"/>
                  <a:pt x="52164" y="0"/>
                  <a:pt x="35719" y="0"/>
                </a:cubicBezTo>
                <a:cubicBezTo>
                  <a:pt x="19273" y="0"/>
                  <a:pt x="5953" y="13320"/>
                  <a:pt x="5953" y="29766"/>
                </a:cubicBezTo>
                <a:cubicBezTo>
                  <a:pt x="5953" y="41970"/>
                  <a:pt x="13283" y="52462"/>
                  <a:pt x="23812" y="57038"/>
                </a:cubicBezTo>
                <a:lnTo>
                  <a:pt x="23812" y="133424"/>
                </a:lnTo>
                <a:cubicBezTo>
                  <a:pt x="13283" y="138001"/>
                  <a:pt x="5953" y="148493"/>
                  <a:pt x="5953" y="160697"/>
                </a:cubicBezTo>
                <a:cubicBezTo>
                  <a:pt x="5953" y="177143"/>
                  <a:pt x="19273" y="190463"/>
                  <a:pt x="35719" y="190463"/>
                </a:cubicBezTo>
                <a:cubicBezTo>
                  <a:pt x="52164" y="190463"/>
                  <a:pt x="65484" y="177143"/>
                  <a:pt x="65484" y="160697"/>
                </a:cubicBezTo>
                <a:cubicBezTo>
                  <a:pt x="65484" y="148493"/>
                  <a:pt x="58155" y="138001"/>
                  <a:pt x="47625" y="133424"/>
                </a:cubicBezTo>
                <a:lnTo>
                  <a:pt x="47625" y="57038"/>
                </a:lnTo>
                <a:close/>
                <a:moveTo>
                  <a:pt x="26789" y="160734"/>
                </a:moveTo>
                <a:cubicBezTo>
                  <a:pt x="26789" y="155806"/>
                  <a:pt x="30790" y="151805"/>
                  <a:pt x="35719" y="151805"/>
                </a:cubicBezTo>
                <a:cubicBezTo>
                  <a:pt x="40647" y="151805"/>
                  <a:pt x="44648" y="155806"/>
                  <a:pt x="44648" y="160734"/>
                </a:cubicBezTo>
                <a:cubicBezTo>
                  <a:pt x="44648" y="165663"/>
                  <a:pt x="40647" y="169664"/>
                  <a:pt x="35719" y="169664"/>
                </a:cubicBezTo>
                <a:cubicBezTo>
                  <a:pt x="30790" y="169664"/>
                  <a:pt x="26789" y="165663"/>
                  <a:pt x="26789" y="160734"/>
                </a:cubicBezTo>
                <a:close/>
                <a:moveTo>
                  <a:pt x="154781" y="151805"/>
                </a:moveTo>
                <a:cubicBezTo>
                  <a:pt x="159710" y="151805"/>
                  <a:pt x="163711" y="155806"/>
                  <a:pt x="163711" y="160734"/>
                </a:cubicBezTo>
                <a:cubicBezTo>
                  <a:pt x="163711" y="165663"/>
                  <a:pt x="159710" y="169664"/>
                  <a:pt x="154781" y="169664"/>
                </a:cubicBezTo>
                <a:cubicBezTo>
                  <a:pt x="149853" y="169664"/>
                  <a:pt x="145852" y="165663"/>
                  <a:pt x="145852" y="160734"/>
                </a:cubicBezTo>
                <a:cubicBezTo>
                  <a:pt x="145852" y="155806"/>
                  <a:pt x="149853" y="151805"/>
                  <a:pt x="154781" y="1518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1152525" y="440055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Pull Requests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1025" y="48768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Solicitudes para revisar y fusionar cambios de una rama a otra con discusión y aprobación.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85788" y="5653088"/>
            <a:ext cx="3295650" cy="619125"/>
          </a:xfrm>
          <a:custGeom>
            <a:avLst/>
            <a:gdLst/>
            <a:ahLst/>
            <a:cxnLst/>
            <a:rect l="l" t="t" r="r" b="b"/>
            <a:pathLst>
              <a:path w="3295650" h="619125">
                <a:moveTo>
                  <a:pt x="76202" y="0"/>
                </a:moveTo>
                <a:lnTo>
                  <a:pt x="3219448" y="0"/>
                </a:lnTo>
                <a:cubicBezTo>
                  <a:pt x="3261533" y="0"/>
                  <a:pt x="3295650" y="34117"/>
                  <a:pt x="3295650" y="76202"/>
                </a:cubicBezTo>
                <a:lnTo>
                  <a:pt x="3295650" y="542923"/>
                </a:lnTo>
                <a:cubicBezTo>
                  <a:pt x="3295650" y="585008"/>
                  <a:pt x="3261533" y="619125"/>
                  <a:pt x="3219448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2234" y="5800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933450" y="577215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Revisión de código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2234" y="5991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933450" y="596265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Discusión integrada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46513" y="4110038"/>
            <a:ext cx="3695700" cy="2362200"/>
          </a:xfrm>
          <a:custGeom>
            <a:avLst/>
            <a:gdLst/>
            <a:ahLst/>
            <a:cxnLst/>
            <a:rect l="l" t="t" r="r" b="b"/>
            <a:pathLst>
              <a:path w="3695700" h="2362200">
                <a:moveTo>
                  <a:pt x="152409" y="0"/>
                </a:moveTo>
                <a:lnTo>
                  <a:pt x="3543291" y="0"/>
                </a:lnTo>
                <a:cubicBezTo>
                  <a:pt x="3627408" y="0"/>
                  <a:pt x="3695700" y="68292"/>
                  <a:pt x="3695700" y="152409"/>
                </a:cubicBezTo>
                <a:lnTo>
                  <a:pt x="3695700" y="2209791"/>
                </a:lnTo>
                <a:cubicBezTo>
                  <a:pt x="3695700" y="2293964"/>
                  <a:pt x="3627464" y="2362200"/>
                  <a:pt x="3543291" y="2362200"/>
                </a:cubicBezTo>
                <a:lnTo>
                  <a:pt x="152409" y="2362200"/>
                </a:lnTo>
                <a:cubicBezTo>
                  <a:pt x="68292" y="2362200"/>
                  <a:pt x="0" y="2293908"/>
                  <a:pt x="0" y="2209791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41775" y="4305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575125" y="4438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5013275" y="4400550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Issues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41775" y="48768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para reportar errores, gestionar tareas y realizar seguimiento de funcionalidades.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46538" y="5653088"/>
            <a:ext cx="3295650" cy="619125"/>
          </a:xfrm>
          <a:custGeom>
            <a:avLst/>
            <a:gdLst/>
            <a:ahLst/>
            <a:cxnLst/>
            <a:rect l="l" t="t" r="r" b="b"/>
            <a:pathLst>
              <a:path w="3295650" h="619125">
                <a:moveTo>
                  <a:pt x="76202" y="0"/>
                </a:moveTo>
                <a:lnTo>
                  <a:pt x="3219448" y="0"/>
                </a:lnTo>
                <a:cubicBezTo>
                  <a:pt x="3261533" y="0"/>
                  <a:pt x="3295650" y="34117"/>
                  <a:pt x="3295650" y="76202"/>
                </a:cubicBezTo>
                <a:lnTo>
                  <a:pt x="3295650" y="542923"/>
                </a:lnTo>
                <a:cubicBezTo>
                  <a:pt x="3295650" y="585008"/>
                  <a:pt x="3261533" y="619125"/>
                  <a:pt x="3219448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92985" y="5800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1"/>
          <p:cNvSpPr/>
          <p:nvPr/>
        </p:nvSpPr>
        <p:spPr>
          <a:xfrm>
            <a:off x="4794200" y="577215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Asignación de tareas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592985" y="5991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4794200" y="596265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Etiquetas y milestones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107263" y="4110038"/>
            <a:ext cx="3695700" cy="2362200"/>
          </a:xfrm>
          <a:custGeom>
            <a:avLst/>
            <a:gdLst/>
            <a:ahLst/>
            <a:cxnLst/>
            <a:rect l="l" t="t" r="r" b="b"/>
            <a:pathLst>
              <a:path w="3695700" h="2362200">
                <a:moveTo>
                  <a:pt x="152409" y="0"/>
                </a:moveTo>
                <a:lnTo>
                  <a:pt x="3543291" y="0"/>
                </a:lnTo>
                <a:cubicBezTo>
                  <a:pt x="3627408" y="0"/>
                  <a:pt x="3695700" y="68292"/>
                  <a:pt x="3695700" y="152409"/>
                </a:cubicBezTo>
                <a:lnTo>
                  <a:pt x="3695700" y="2209791"/>
                </a:lnTo>
                <a:cubicBezTo>
                  <a:pt x="3695700" y="2293964"/>
                  <a:pt x="3627464" y="2362200"/>
                  <a:pt x="3543291" y="2362200"/>
                </a:cubicBezTo>
                <a:lnTo>
                  <a:pt x="152409" y="2362200"/>
                </a:lnTo>
                <a:cubicBezTo>
                  <a:pt x="68292" y="2362200"/>
                  <a:pt x="0" y="2293908"/>
                  <a:pt x="0" y="2209791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02526" y="4305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412063" y="44386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7"/>
          <p:cNvSpPr/>
          <p:nvPr/>
        </p:nvSpPr>
        <p:spPr>
          <a:xfrm>
            <a:off x="8874026" y="440055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02526" y="48768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 GitHub Actions se pueden automatizar pruebas, despliegues y flujos de trabajo.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07288" y="5653088"/>
            <a:ext cx="3295650" cy="619125"/>
          </a:xfrm>
          <a:custGeom>
            <a:avLst/>
            <a:gdLst/>
            <a:ahLst/>
            <a:cxnLst/>
            <a:rect l="l" t="t" r="r" b="b"/>
            <a:pathLst>
              <a:path w="3295650" h="619125">
                <a:moveTo>
                  <a:pt x="76202" y="0"/>
                </a:moveTo>
                <a:lnTo>
                  <a:pt x="3219448" y="0"/>
                </a:lnTo>
                <a:cubicBezTo>
                  <a:pt x="3261533" y="0"/>
                  <a:pt x="3295650" y="34117"/>
                  <a:pt x="3295650" y="76202"/>
                </a:cubicBezTo>
                <a:lnTo>
                  <a:pt x="3295650" y="542923"/>
                </a:lnTo>
                <a:cubicBezTo>
                  <a:pt x="3295650" y="585008"/>
                  <a:pt x="3261533" y="619125"/>
                  <a:pt x="3219448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53735" y="5800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3" name="Text 61"/>
          <p:cNvSpPr/>
          <p:nvPr/>
        </p:nvSpPr>
        <p:spPr>
          <a:xfrm>
            <a:off x="8654951" y="577215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CI/CD integrado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453735" y="5991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5" name="Text 63"/>
          <p:cNvSpPr/>
          <p:nvPr/>
        </p:nvSpPr>
        <p:spPr>
          <a:xfrm>
            <a:off x="8654951" y="596265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Workflows personalizados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589" y="381589"/>
            <a:ext cx="442832" cy="442832"/>
          </a:xfrm>
          <a:custGeom>
            <a:avLst/>
            <a:gdLst/>
            <a:ahLst/>
            <a:cxnLst/>
            <a:rect l="l" t="t" r="r" b="b"/>
            <a:pathLst>
              <a:path w="442832" h="442832">
                <a:moveTo>
                  <a:pt x="113064" y="0"/>
                </a:moveTo>
                <a:lnTo>
                  <a:pt x="329768" y="0"/>
                </a:lnTo>
                <a:cubicBezTo>
                  <a:pt x="392211" y="0"/>
                  <a:pt x="442832" y="50620"/>
                  <a:pt x="442832" y="113064"/>
                </a:cubicBezTo>
                <a:lnTo>
                  <a:pt x="442832" y="329768"/>
                </a:lnTo>
                <a:cubicBezTo>
                  <a:pt x="442832" y="392211"/>
                  <a:pt x="392211" y="442832"/>
                  <a:pt x="329768" y="442832"/>
                </a:cubicBezTo>
                <a:lnTo>
                  <a:pt x="113064" y="442832"/>
                </a:lnTo>
                <a:cubicBezTo>
                  <a:pt x="50620" y="442832"/>
                  <a:pt x="0" y="392211"/>
                  <a:pt x="0" y="329768"/>
                </a:cubicBezTo>
                <a:lnTo>
                  <a:pt x="0" y="113064"/>
                </a:lnTo>
                <a:cubicBezTo>
                  <a:pt x="0" y="50620"/>
                  <a:pt x="50620" y="0"/>
                  <a:pt x="11306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941" y="489941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8266" y="14133"/>
                </a:moveTo>
                <a:cubicBezTo>
                  <a:pt x="12675" y="14133"/>
                  <a:pt x="0" y="26808"/>
                  <a:pt x="0" y="42399"/>
                </a:cubicBezTo>
                <a:lnTo>
                  <a:pt x="0" y="155462"/>
                </a:lnTo>
                <a:cubicBezTo>
                  <a:pt x="0" y="171053"/>
                  <a:pt x="12675" y="183728"/>
                  <a:pt x="28266" y="183728"/>
                </a:cubicBezTo>
                <a:lnTo>
                  <a:pt x="91864" y="183728"/>
                </a:lnTo>
                <a:lnTo>
                  <a:pt x="84798" y="204927"/>
                </a:lnTo>
                <a:lnTo>
                  <a:pt x="52998" y="204927"/>
                </a:lnTo>
                <a:cubicBezTo>
                  <a:pt x="47124" y="204927"/>
                  <a:pt x="42399" y="209653"/>
                  <a:pt x="42399" y="215527"/>
                </a:cubicBezTo>
                <a:cubicBezTo>
                  <a:pt x="42399" y="221401"/>
                  <a:pt x="47124" y="226127"/>
                  <a:pt x="52998" y="226127"/>
                </a:cubicBezTo>
                <a:lnTo>
                  <a:pt x="173128" y="226127"/>
                </a:lnTo>
                <a:cubicBezTo>
                  <a:pt x="179002" y="226127"/>
                  <a:pt x="183728" y="221401"/>
                  <a:pt x="183728" y="215527"/>
                </a:cubicBezTo>
                <a:cubicBezTo>
                  <a:pt x="183728" y="209653"/>
                  <a:pt x="179002" y="204927"/>
                  <a:pt x="173128" y="204927"/>
                </a:cubicBezTo>
                <a:lnTo>
                  <a:pt x="141329" y="204927"/>
                </a:lnTo>
                <a:lnTo>
                  <a:pt x="134263" y="183728"/>
                </a:lnTo>
                <a:lnTo>
                  <a:pt x="197861" y="183728"/>
                </a:lnTo>
                <a:cubicBezTo>
                  <a:pt x="213451" y="183728"/>
                  <a:pt x="226127" y="171053"/>
                  <a:pt x="226127" y="155462"/>
                </a:cubicBezTo>
                <a:lnTo>
                  <a:pt x="226127" y="42399"/>
                </a:lnTo>
                <a:cubicBezTo>
                  <a:pt x="226127" y="26808"/>
                  <a:pt x="213451" y="14133"/>
                  <a:pt x="197861" y="14133"/>
                </a:cubicBezTo>
                <a:lnTo>
                  <a:pt x="28266" y="14133"/>
                </a:lnTo>
                <a:close/>
                <a:moveTo>
                  <a:pt x="42399" y="42399"/>
                </a:moveTo>
                <a:lnTo>
                  <a:pt x="183728" y="42399"/>
                </a:lnTo>
                <a:cubicBezTo>
                  <a:pt x="191545" y="42399"/>
                  <a:pt x="197861" y="48714"/>
                  <a:pt x="197861" y="56532"/>
                </a:cubicBezTo>
                <a:lnTo>
                  <a:pt x="197861" y="127196"/>
                </a:lnTo>
                <a:cubicBezTo>
                  <a:pt x="197861" y="135014"/>
                  <a:pt x="191545" y="141329"/>
                  <a:pt x="183728" y="141329"/>
                </a:cubicBezTo>
                <a:lnTo>
                  <a:pt x="42399" y="141329"/>
                </a:lnTo>
                <a:cubicBezTo>
                  <a:pt x="34581" y="141329"/>
                  <a:pt x="28266" y="135014"/>
                  <a:pt x="28266" y="127196"/>
                </a:cubicBezTo>
                <a:lnTo>
                  <a:pt x="28266" y="56532"/>
                </a:lnTo>
                <a:cubicBezTo>
                  <a:pt x="28266" y="48714"/>
                  <a:pt x="34581" y="42399"/>
                  <a:pt x="42399" y="4239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42195" y="414566"/>
            <a:ext cx="4013750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es GitHub Desktop?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2195" y="904507"/>
            <a:ext cx="10967147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Interfaz gráfica para Git y GitHub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589" y="1361471"/>
            <a:ext cx="5615481" cy="5492995"/>
          </a:xfrm>
          <a:custGeom>
            <a:avLst/>
            <a:gdLst/>
            <a:ahLst/>
            <a:cxnLst/>
            <a:rect l="l" t="t" r="r" b="b"/>
            <a:pathLst>
              <a:path w="5615481" h="5492995">
                <a:moveTo>
                  <a:pt x="150728" y="0"/>
                </a:moveTo>
                <a:lnTo>
                  <a:pt x="5464753" y="0"/>
                </a:lnTo>
                <a:cubicBezTo>
                  <a:pt x="5547998" y="0"/>
                  <a:pt x="5615481" y="67483"/>
                  <a:pt x="5615481" y="150728"/>
                </a:cubicBezTo>
                <a:lnTo>
                  <a:pt x="5615481" y="5342268"/>
                </a:lnTo>
                <a:cubicBezTo>
                  <a:pt x="5615481" y="5425512"/>
                  <a:pt x="5547998" y="5492995"/>
                  <a:pt x="5464753" y="5492995"/>
                </a:cubicBezTo>
                <a:lnTo>
                  <a:pt x="150728" y="5492995"/>
                </a:lnTo>
                <a:cubicBezTo>
                  <a:pt x="67483" y="5492995"/>
                  <a:pt x="0" y="5425512"/>
                  <a:pt x="0" y="5342268"/>
                </a:cubicBezTo>
                <a:lnTo>
                  <a:pt x="0" y="150728"/>
                </a:lnTo>
                <a:cubicBezTo>
                  <a:pt x="0" y="67539"/>
                  <a:pt x="67539" y="0"/>
                  <a:pt x="15072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427" y="1592309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8423" y="1695951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21199" y="21199"/>
                </a:moveTo>
                <a:cubicBezTo>
                  <a:pt x="9507" y="21199"/>
                  <a:pt x="0" y="30706"/>
                  <a:pt x="0" y="42399"/>
                </a:cubicBezTo>
                <a:lnTo>
                  <a:pt x="0" y="127196"/>
                </a:lnTo>
                <a:cubicBezTo>
                  <a:pt x="0" y="138889"/>
                  <a:pt x="9507" y="148396"/>
                  <a:pt x="21199" y="148396"/>
                </a:cubicBezTo>
                <a:lnTo>
                  <a:pt x="148396" y="148396"/>
                </a:lnTo>
                <a:cubicBezTo>
                  <a:pt x="160088" y="148396"/>
                  <a:pt x="169595" y="138889"/>
                  <a:pt x="169595" y="127196"/>
                </a:cubicBezTo>
                <a:lnTo>
                  <a:pt x="169595" y="42399"/>
                </a:lnTo>
                <a:cubicBezTo>
                  <a:pt x="169595" y="30706"/>
                  <a:pt x="160088" y="21199"/>
                  <a:pt x="148396" y="21199"/>
                </a:cubicBezTo>
                <a:lnTo>
                  <a:pt x="21199" y="21199"/>
                </a:lnTo>
                <a:close/>
                <a:moveTo>
                  <a:pt x="29149" y="42399"/>
                </a:moveTo>
                <a:lnTo>
                  <a:pt x="140446" y="42399"/>
                </a:lnTo>
                <a:cubicBezTo>
                  <a:pt x="144851" y="42399"/>
                  <a:pt x="148396" y="45943"/>
                  <a:pt x="148396" y="50349"/>
                </a:cubicBezTo>
                <a:cubicBezTo>
                  <a:pt x="148396" y="54754"/>
                  <a:pt x="144851" y="58298"/>
                  <a:pt x="140446" y="58298"/>
                </a:cubicBezTo>
                <a:lnTo>
                  <a:pt x="29149" y="58298"/>
                </a:lnTo>
                <a:cubicBezTo>
                  <a:pt x="24744" y="58298"/>
                  <a:pt x="21199" y="54754"/>
                  <a:pt x="21199" y="50349"/>
                </a:cubicBezTo>
                <a:cubicBezTo>
                  <a:pt x="21199" y="45943"/>
                  <a:pt x="24744" y="42399"/>
                  <a:pt x="29149" y="4239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102368" y="1629997"/>
            <a:ext cx="1130634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427" y="2119938"/>
            <a:ext cx="5238603" cy="829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Desktop es una </a:t>
            </a:r>
            <a:pPr>
              <a:lnSpc>
                <a:spcPct val="140000"/>
              </a:lnSpc>
            </a:pPr>
            <a:r>
              <a:rPr lang="en-US" sz="1335" b="1" dirty="0">
                <a:solidFill>
                  <a:srgbClr val="6366F1"/>
                </a:solidFill>
                <a:highlight>
                  <a:srgbClr val="6366F1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aplicación de escritorio </a:t>
            </a:r>
            <a:pPr>
              <a:lnSpc>
                <a:spcPct val="140000"/>
              </a:lnSpc>
            </a:pPr>
            <a:r>
              <a:rPr lang="en-US" sz="1335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 permite usar Git y GitHub mediante una interfaz gráfica intuitiva, sin necesidad de escribir comandos de terminal.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138" y="5007765"/>
            <a:ext cx="5144383" cy="1611153"/>
          </a:xfrm>
          <a:custGeom>
            <a:avLst/>
            <a:gdLst/>
            <a:ahLst/>
            <a:cxnLst/>
            <a:rect l="l" t="t" r="r" b="b"/>
            <a:pathLst>
              <a:path w="5144383" h="1611153">
                <a:moveTo>
                  <a:pt x="113071" y="0"/>
                </a:moveTo>
                <a:lnTo>
                  <a:pt x="5031313" y="0"/>
                </a:lnTo>
                <a:cubicBezTo>
                  <a:pt x="5093760" y="0"/>
                  <a:pt x="5144383" y="50623"/>
                  <a:pt x="5144383" y="113071"/>
                </a:cubicBezTo>
                <a:lnTo>
                  <a:pt x="5144383" y="1498082"/>
                </a:lnTo>
                <a:cubicBezTo>
                  <a:pt x="5144383" y="1560530"/>
                  <a:pt x="5093760" y="1611153"/>
                  <a:pt x="5031313" y="1611153"/>
                </a:cubicBezTo>
                <a:lnTo>
                  <a:pt x="113071" y="1611153"/>
                </a:lnTo>
                <a:cubicBezTo>
                  <a:pt x="50665" y="1611153"/>
                  <a:pt x="0" y="1560488"/>
                  <a:pt x="0" y="1498082"/>
                </a:cubicBezTo>
                <a:lnTo>
                  <a:pt x="0" y="113071"/>
                </a:lnTo>
                <a:cubicBezTo>
                  <a:pt x="0" y="50665"/>
                  <a:pt x="50665" y="0"/>
                  <a:pt x="11307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0287" y="5200915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16284" y="5304556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148396" y="84798"/>
                </a:moveTo>
                <a:cubicBezTo>
                  <a:pt x="148396" y="49697"/>
                  <a:pt x="119898" y="21199"/>
                  <a:pt x="84798" y="21199"/>
                </a:cubicBezTo>
                <a:cubicBezTo>
                  <a:pt x="49697" y="21199"/>
                  <a:pt x="21199" y="49697"/>
                  <a:pt x="21199" y="84798"/>
                </a:cubicBezTo>
                <a:cubicBezTo>
                  <a:pt x="21199" y="119898"/>
                  <a:pt x="49697" y="148396"/>
                  <a:pt x="84798" y="148396"/>
                </a:cubicBezTo>
                <a:cubicBezTo>
                  <a:pt x="119898" y="148396"/>
                  <a:pt x="148396" y="119898"/>
                  <a:pt x="148396" y="84798"/>
                </a:cubicBezTo>
                <a:close/>
                <a:moveTo>
                  <a:pt x="0" y="84798"/>
                </a:moveTo>
                <a:cubicBezTo>
                  <a:pt x="0" y="37996"/>
                  <a:pt x="37996" y="0"/>
                  <a:pt x="84798" y="0"/>
                </a:cubicBezTo>
                <a:cubicBezTo>
                  <a:pt x="131599" y="0"/>
                  <a:pt x="169595" y="37996"/>
                  <a:pt x="169595" y="84798"/>
                </a:cubicBezTo>
                <a:cubicBezTo>
                  <a:pt x="169595" y="131599"/>
                  <a:pt x="131599" y="169595"/>
                  <a:pt x="84798" y="169595"/>
                </a:cubicBezTo>
                <a:cubicBezTo>
                  <a:pt x="37996" y="169595"/>
                  <a:pt x="0" y="131599"/>
                  <a:pt x="0" y="84798"/>
                </a:cubicBezTo>
                <a:close/>
                <a:moveTo>
                  <a:pt x="84798" y="111297"/>
                </a:moveTo>
                <a:cubicBezTo>
                  <a:pt x="99423" y="111297"/>
                  <a:pt x="111297" y="99423"/>
                  <a:pt x="111297" y="84798"/>
                </a:cubicBezTo>
                <a:cubicBezTo>
                  <a:pt x="111297" y="70172"/>
                  <a:pt x="99423" y="58298"/>
                  <a:pt x="84798" y="58298"/>
                </a:cubicBezTo>
                <a:cubicBezTo>
                  <a:pt x="70172" y="58298"/>
                  <a:pt x="58298" y="70172"/>
                  <a:pt x="58298" y="84798"/>
                </a:cubicBezTo>
                <a:cubicBezTo>
                  <a:pt x="58298" y="99423"/>
                  <a:pt x="70172" y="111297"/>
                  <a:pt x="84798" y="111297"/>
                </a:cubicBezTo>
                <a:close/>
                <a:moveTo>
                  <a:pt x="84798" y="37099"/>
                </a:moveTo>
                <a:cubicBezTo>
                  <a:pt x="111123" y="37099"/>
                  <a:pt x="132496" y="58472"/>
                  <a:pt x="132496" y="84798"/>
                </a:cubicBezTo>
                <a:cubicBezTo>
                  <a:pt x="132496" y="111123"/>
                  <a:pt x="111123" y="132496"/>
                  <a:pt x="84798" y="132496"/>
                </a:cubicBezTo>
                <a:cubicBezTo>
                  <a:pt x="58472" y="132496"/>
                  <a:pt x="37099" y="111123"/>
                  <a:pt x="37099" y="84798"/>
                </a:cubicBezTo>
                <a:cubicBezTo>
                  <a:pt x="37099" y="58472"/>
                  <a:pt x="58472" y="37099"/>
                  <a:pt x="84798" y="37099"/>
                </a:cubicBezTo>
                <a:close/>
                <a:moveTo>
                  <a:pt x="74198" y="84798"/>
                </a:moveTo>
                <a:cubicBezTo>
                  <a:pt x="74198" y="78947"/>
                  <a:pt x="78947" y="74198"/>
                  <a:pt x="84798" y="74198"/>
                </a:cubicBezTo>
                <a:cubicBezTo>
                  <a:pt x="90648" y="74198"/>
                  <a:pt x="95397" y="78947"/>
                  <a:pt x="95397" y="84798"/>
                </a:cubicBezTo>
                <a:cubicBezTo>
                  <a:pt x="95397" y="90648"/>
                  <a:pt x="90648" y="95397"/>
                  <a:pt x="84798" y="95397"/>
                </a:cubicBezTo>
                <a:cubicBezTo>
                  <a:pt x="78947" y="95397"/>
                  <a:pt x="74198" y="90648"/>
                  <a:pt x="74198" y="8479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300229" y="5257447"/>
            <a:ext cx="154519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 Principal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0287" y="5690856"/>
            <a:ext cx="4833459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Facilitar el uso de Git para desarrolladores que prefieren una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interfaz visual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 lugar de la línea de comandos, haciendo el control de versiones más accesible.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5961" y="1361471"/>
            <a:ext cx="5615481" cy="5492995"/>
          </a:xfrm>
          <a:custGeom>
            <a:avLst/>
            <a:gdLst/>
            <a:ahLst/>
            <a:cxnLst/>
            <a:rect l="l" t="t" r="r" b="b"/>
            <a:pathLst>
              <a:path w="5615481" h="5492995">
                <a:moveTo>
                  <a:pt x="150728" y="0"/>
                </a:moveTo>
                <a:lnTo>
                  <a:pt x="5464753" y="0"/>
                </a:lnTo>
                <a:cubicBezTo>
                  <a:pt x="5547998" y="0"/>
                  <a:pt x="5615481" y="67483"/>
                  <a:pt x="5615481" y="150728"/>
                </a:cubicBezTo>
                <a:lnTo>
                  <a:pt x="5615481" y="5342268"/>
                </a:lnTo>
                <a:cubicBezTo>
                  <a:pt x="5615481" y="5425512"/>
                  <a:pt x="5547998" y="5492995"/>
                  <a:pt x="5464753" y="5492995"/>
                </a:cubicBezTo>
                <a:lnTo>
                  <a:pt x="150728" y="5492995"/>
                </a:lnTo>
                <a:cubicBezTo>
                  <a:pt x="67483" y="5492995"/>
                  <a:pt x="0" y="5425512"/>
                  <a:pt x="0" y="5342268"/>
                </a:cubicBezTo>
                <a:lnTo>
                  <a:pt x="0" y="150728"/>
                </a:lnTo>
                <a:cubicBezTo>
                  <a:pt x="0" y="67539"/>
                  <a:pt x="67539" y="0"/>
                  <a:pt x="15072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6799" y="1592309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32796" y="1695951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15900" y="47699"/>
                </a:moveTo>
                <a:cubicBezTo>
                  <a:pt x="24675" y="47699"/>
                  <a:pt x="31799" y="40574"/>
                  <a:pt x="31799" y="31799"/>
                </a:cubicBezTo>
                <a:cubicBezTo>
                  <a:pt x="31799" y="23024"/>
                  <a:pt x="24675" y="15900"/>
                  <a:pt x="15900" y="15900"/>
                </a:cubicBezTo>
                <a:cubicBezTo>
                  <a:pt x="7124" y="15900"/>
                  <a:pt x="0" y="23024"/>
                  <a:pt x="0" y="31799"/>
                </a:cubicBezTo>
                <a:cubicBezTo>
                  <a:pt x="0" y="40574"/>
                  <a:pt x="7124" y="47699"/>
                  <a:pt x="15900" y="47699"/>
                </a:cubicBezTo>
                <a:close/>
                <a:moveTo>
                  <a:pt x="63598" y="21199"/>
                </a:moveTo>
                <a:cubicBezTo>
                  <a:pt x="57735" y="21199"/>
                  <a:pt x="52998" y="25936"/>
                  <a:pt x="52998" y="31799"/>
                </a:cubicBezTo>
                <a:cubicBezTo>
                  <a:pt x="52998" y="37662"/>
                  <a:pt x="57735" y="42399"/>
                  <a:pt x="63598" y="42399"/>
                </a:cubicBezTo>
                <a:lnTo>
                  <a:pt x="158995" y="42399"/>
                </a:lnTo>
                <a:cubicBezTo>
                  <a:pt x="164858" y="42399"/>
                  <a:pt x="169595" y="37662"/>
                  <a:pt x="169595" y="31799"/>
                </a:cubicBezTo>
                <a:cubicBezTo>
                  <a:pt x="169595" y="25936"/>
                  <a:pt x="164858" y="21199"/>
                  <a:pt x="158995" y="21199"/>
                </a:cubicBezTo>
                <a:lnTo>
                  <a:pt x="63598" y="21199"/>
                </a:lnTo>
                <a:close/>
                <a:moveTo>
                  <a:pt x="63598" y="74198"/>
                </a:moveTo>
                <a:cubicBezTo>
                  <a:pt x="57735" y="74198"/>
                  <a:pt x="52998" y="78935"/>
                  <a:pt x="52998" y="84798"/>
                </a:cubicBezTo>
                <a:cubicBezTo>
                  <a:pt x="52998" y="90660"/>
                  <a:pt x="57735" y="95397"/>
                  <a:pt x="63598" y="95397"/>
                </a:cubicBezTo>
                <a:lnTo>
                  <a:pt x="158995" y="95397"/>
                </a:lnTo>
                <a:cubicBezTo>
                  <a:pt x="164858" y="95397"/>
                  <a:pt x="169595" y="90660"/>
                  <a:pt x="169595" y="84798"/>
                </a:cubicBezTo>
                <a:cubicBezTo>
                  <a:pt x="169595" y="78935"/>
                  <a:pt x="164858" y="74198"/>
                  <a:pt x="158995" y="74198"/>
                </a:cubicBezTo>
                <a:lnTo>
                  <a:pt x="63598" y="74198"/>
                </a:lnTo>
                <a:close/>
                <a:moveTo>
                  <a:pt x="63598" y="127196"/>
                </a:moveTo>
                <a:cubicBezTo>
                  <a:pt x="57735" y="127196"/>
                  <a:pt x="52998" y="131933"/>
                  <a:pt x="52998" y="137796"/>
                </a:cubicBezTo>
                <a:cubicBezTo>
                  <a:pt x="52998" y="143659"/>
                  <a:pt x="57735" y="148396"/>
                  <a:pt x="63598" y="148396"/>
                </a:cubicBezTo>
                <a:lnTo>
                  <a:pt x="158995" y="148396"/>
                </a:lnTo>
                <a:cubicBezTo>
                  <a:pt x="164858" y="148396"/>
                  <a:pt x="169595" y="143659"/>
                  <a:pt x="169595" y="137796"/>
                </a:cubicBezTo>
                <a:cubicBezTo>
                  <a:pt x="169595" y="131933"/>
                  <a:pt x="164858" y="127196"/>
                  <a:pt x="158995" y="127196"/>
                </a:cubicBezTo>
                <a:lnTo>
                  <a:pt x="63598" y="127196"/>
                </a:lnTo>
                <a:close/>
                <a:moveTo>
                  <a:pt x="15900" y="153696"/>
                </a:moveTo>
                <a:cubicBezTo>
                  <a:pt x="24675" y="153696"/>
                  <a:pt x="31799" y="146571"/>
                  <a:pt x="31799" y="137796"/>
                </a:cubicBezTo>
                <a:cubicBezTo>
                  <a:pt x="31799" y="129021"/>
                  <a:pt x="24675" y="121896"/>
                  <a:pt x="15900" y="121896"/>
                </a:cubicBezTo>
                <a:cubicBezTo>
                  <a:pt x="7124" y="121896"/>
                  <a:pt x="0" y="129021"/>
                  <a:pt x="0" y="137796"/>
                </a:cubicBezTo>
                <a:cubicBezTo>
                  <a:pt x="0" y="146571"/>
                  <a:pt x="7124" y="153696"/>
                  <a:pt x="15900" y="153696"/>
                </a:cubicBezTo>
                <a:close/>
                <a:moveTo>
                  <a:pt x="31799" y="84798"/>
                </a:moveTo>
                <a:cubicBezTo>
                  <a:pt x="31799" y="76022"/>
                  <a:pt x="24675" y="68898"/>
                  <a:pt x="15900" y="68898"/>
                </a:cubicBezTo>
                <a:cubicBezTo>
                  <a:pt x="7124" y="68898"/>
                  <a:pt x="0" y="76022"/>
                  <a:pt x="0" y="84798"/>
                </a:cubicBezTo>
                <a:cubicBezTo>
                  <a:pt x="0" y="93573"/>
                  <a:pt x="7124" y="100697"/>
                  <a:pt x="15900" y="100697"/>
                </a:cubicBezTo>
                <a:cubicBezTo>
                  <a:pt x="24675" y="100697"/>
                  <a:pt x="31799" y="93573"/>
                  <a:pt x="31799" y="8479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6916740" y="1629997"/>
            <a:ext cx="228953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Principales Funciones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31510" y="2124649"/>
            <a:ext cx="5144383" cy="800866"/>
          </a:xfrm>
          <a:custGeom>
            <a:avLst/>
            <a:gdLst/>
            <a:ahLst/>
            <a:cxnLst/>
            <a:rect l="l" t="t" r="r" b="b"/>
            <a:pathLst>
              <a:path w="5144383" h="800866">
                <a:moveTo>
                  <a:pt x="113066" y="0"/>
                </a:moveTo>
                <a:lnTo>
                  <a:pt x="5031317" y="0"/>
                </a:lnTo>
                <a:cubicBezTo>
                  <a:pt x="5093762" y="0"/>
                  <a:pt x="5144383" y="50621"/>
                  <a:pt x="5144383" y="113066"/>
                </a:cubicBezTo>
                <a:lnTo>
                  <a:pt x="5144383" y="687799"/>
                </a:lnTo>
                <a:cubicBezTo>
                  <a:pt x="5144383" y="750244"/>
                  <a:pt x="5093762" y="800866"/>
                  <a:pt x="5031317" y="800866"/>
                </a:cubicBezTo>
                <a:lnTo>
                  <a:pt x="113066" y="800866"/>
                </a:lnTo>
                <a:cubicBezTo>
                  <a:pt x="50663" y="800866"/>
                  <a:pt x="0" y="750202"/>
                  <a:pt x="0" y="687799"/>
                </a:cubicBezTo>
                <a:lnTo>
                  <a:pt x="0" y="113066"/>
                </a:lnTo>
                <a:cubicBezTo>
                  <a:pt x="0" y="50621"/>
                  <a:pt x="50621" y="0"/>
                  <a:pt x="11306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6972" y="2280111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00035" y="2393175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84798" y="131907"/>
                </a:moveTo>
                <a:lnTo>
                  <a:pt x="18844" y="131907"/>
                </a:lnTo>
                <a:lnTo>
                  <a:pt x="18844" y="65954"/>
                </a:lnTo>
                <a:lnTo>
                  <a:pt x="32977" y="65954"/>
                </a:lnTo>
                <a:lnTo>
                  <a:pt x="32977" y="47110"/>
                </a:lnTo>
                <a:lnTo>
                  <a:pt x="18844" y="47110"/>
                </a:lnTo>
                <a:cubicBezTo>
                  <a:pt x="8450" y="47110"/>
                  <a:pt x="0" y="55560"/>
                  <a:pt x="0" y="65954"/>
                </a:cubicBezTo>
                <a:lnTo>
                  <a:pt x="0" y="131907"/>
                </a:lnTo>
                <a:cubicBezTo>
                  <a:pt x="0" y="142301"/>
                  <a:pt x="8450" y="150751"/>
                  <a:pt x="18844" y="150751"/>
                </a:cubicBezTo>
                <a:lnTo>
                  <a:pt x="84798" y="150751"/>
                </a:lnTo>
                <a:cubicBezTo>
                  <a:pt x="95191" y="150751"/>
                  <a:pt x="103641" y="142301"/>
                  <a:pt x="103641" y="131907"/>
                </a:cubicBezTo>
                <a:lnTo>
                  <a:pt x="103641" y="117774"/>
                </a:lnTo>
                <a:lnTo>
                  <a:pt x="84798" y="117774"/>
                </a:lnTo>
                <a:lnTo>
                  <a:pt x="84798" y="131907"/>
                </a:lnTo>
                <a:close/>
                <a:moveTo>
                  <a:pt x="65954" y="103641"/>
                </a:moveTo>
                <a:lnTo>
                  <a:pt x="131907" y="103641"/>
                </a:lnTo>
                <a:cubicBezTo>
                  <a:pt x="142301" y="103641"/>
                  <a:pt x="150751" y="95191"/>
                  <a:pt x="150751" y="84798"/>
                </a:cubicBezTo>
                <a:lnTo>
                  <a:pt x="150751" y="18844"/>
                </a:lnTo>
                <a:cubicBezTo>
                  <a:pt x="150751" y="8450"/>
                  <a:pt x="142301" y="0"/>
                  <a:pt x="131907" y="0"/>
                </a:cubicBezTo>
                <a:lnTo>
                  <a:pt x="65954" y="0"/>
                </a:lnTo>
                <a:cubicBezTo>
                  <a:pt x="55560" y="0"/>
                  <a:pt x="47110" y="8450"/>
                  <a:pt x="47110" y="18844"/>
                </a:cubicBezTo>
                <a:lnTo>
                  <a:pt x="47110" y="84798"/>
                </a:lnTo>
                <a:cubicBezTo>
                  <a:pt x="47110" y="95191"/>
                  <a:pt x="55560" y="103641"/>
                  <a:pt x="65954" y="1036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7076913" y="2280111"/>
            <a:ext cx="314693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Clonar repositorios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76913" y="2543926"/>
            <a:ext cx="3137509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Descargar proyectos desde GitHub con un clic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31510" y="3048000"/>
            <a:ext cx="5144383" cy="800866"/>
          </a:xfrm>
          <a:custGeom>
            <a:avLst/>
            <a:gdLst/>
            <a:ahLst/>
            <a:cxnLst/>
            <a:rect l="l" t="t" r="r" b="b"/>
            <a:pathLst>
              <a:path w="5144383" h="800866">
                <a:moveTo>
                  <a:pt x="113066" y="0"/>
                </a:moveTo>
                <a:lnTo>
                  <a:pt x="5031317" y="0"/>
                </a:lnTo>
                <a:cubicBezTo>
                  <a:pt x="5093762" y="0"/>
                  <a:pt x="5144383" y="50621"/>
                  <a:pt x="5144383" y="113066"/>
                </a:cubicBezTo>
                <a:lnTo>
                  <a:pt x="5144383" y="687799"/>
                </a:lnTo>
                <a:cubicBezTo>
                  <a:pt x="5144383" y="750244"/>
                  <a:pt x="5093762" y="800866"/>
                  <a:pt x="5031317" y="800866"/>
                </a:cubicBezTo>
                <a:lnTo>
                  <a:pt x="113066" y="800866"/>
                </a:lnTo>
                <a:cubicBezTo>
                  <a:pt x="50663" y="800866"/>
                  <a:pt x="0" y="750202"/>
                  <a:pt x="0" y="687799"/>
                </a:cubicBezTo>
                <a:lnTo>
                  <a:pt x="0" y="113066"/>
                </a:lnTo>
                <a:cubicBezTo>
                  <a:pt x="0" y="50621"/>
                  <a:pt x="50621" y="0"/>
                  <a:pt x="11306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6972" y="3203462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709457" y="3316526"/>
            <a:ext cx="131907" cy="150751"/>
          </a:xfrm>
          <a:custGeom>
            <a:avLst/>
            <a:gdLst/>
            <a:ahLst/>
            <a:cxnLst/>
            <a:rect l="l" t="t" r="r" b="b"/>
            <a:pathLst>
              <a:path w="131907" h="150751">
                <a:moveTo>
                  <a:pt x="23555" y="30621"/>
                </a:moveTo>
                <a:cubicBezTo>
                  <a:pt x="27455" y="30621"/>
                  <a:pt x="30621" y="27455"/>
                  <a:pt x="30621" y="23555"/>
                </a:cubicBezTo>
                <a:cubicBezTo>
                  <a:pt x="30621" y="19655"/>
                  <a:pt x="27455" y="16488"/>
                  <a:pt x="23555" y="16488"/>
                </a:cubicBezTo>
                <a:cubicBezTo>
                  <a:pt x="19655" y="16488"/>
                  <a:pt x="16488" y="19655"/>
                  <a:pt x="16488" y="23555"/>
                </a:cubicBezTo>
                <a:cubicBezTo>
                  <a:pt x="16488" y="27455"/>
                  <a:pt x="19655" y="30621"/>
                  <a:pt x="23555" y="30621"/>
                </a:cubicBezTo>
                <a:close/>
                <a:moveTo>
                  <a:pt x="47110" y="23555"/>
                </a:moveTo>
                <a:cubicBezTo>
                  <a:pt x="47110" y="33212"/>
                  <a:pt x="41309" y="41515"/>
                  <a:pt x="32977" y="45137"/>
                </a:cubicBezTo>
                <a:lnTo>
                  <a:pt x="32977" y="65954"/>
                </a:lnTo>
                <a:lnTo>
                  <a:pt x="84798" y="65954"/>
                </a:lnTo>
                <a:cubicBezTo>
                  <a:pt x="92600" y="65954"/>
                  <a:pt x="98930" y="59623"/>
                  <a:pt x="98930" y="51821"/>
                </a:cubicBezTo>
                <a:lnTo>
                  <a:pt x="98930" y="45137"/>
                </a:lnTo>
                <a:cubicBezTo>
                  <a:pt x="90598" y="41515"/>
                  <a:pt x="84798" y="33212"/>
                  <a:pt x="84798" y="23555"/>
                </a:cubicBezTo>
                <a:cubicBezTo>
                  <a:pt x="84798" y="10541"/>
                  <a:pt x="95338" y="0"/>
                  <a:pt x="108352" y="0"/>
                </a:cubicBezTo>
                <a:cubicBezTo>
                  <a:pt x="121366" y="0"/>
                  <a:pt x="131907" y="10541"/>
                  <a:pt x="131907" y="23555"/>
                </a:cubicBezTo>
                <a:cubicBezTo>
                  <a:pt x="131907" y="33212"/>
                  <a:pt x="126107" y="41515"/>
                  <a:pt x="117774" y="45137"/>
                </a:cubicBezTo>
                <a:lnTo>
                  <a:pt x="117774" y="51821"/>
                </a:lnTo>
                <a:cubicBezTo>
                  <a:pt x="117774" y="70046"/>
                  <a:pt x="103023" y="84798"/>
                  <a:pt x="84798" y="84798"/>
                </a:cubicBezTo>
                <a:lnTo>
                  <a:pt x="32977" y="84798"/>
                </a:lnTo>
                <a:lnTo>
                  <a:pt x="32977" y="105614"/>
                </a:lnTo>
                <a:cubicBezTo>
                  <a:pt x="41309" y="109236"/>
                  <a:pt x="47110" y="117539"/>
                  <a:pt x="47110" y="127196"/>
                </a:cubicBezTo>
                <a:cubicBezTo>
                  <a:pt x="47110" y="140210"/>
                  <a:pt x="36569" y="150751"/>
                  <a:pt x="23555" y="150751"/>
                </a:cubicBezTo>
                <a:cubicBezTo>
                  <a:pt x="10541" y="150751"/>
                  <a:pt x="0" y="140210"/>
                  <a:pt x="0" y="127196"/>
                </a:cubicBezTo>
                <a:cubicBezTo>
                  <a:pt x="0" y="117539"/>
                  <a:pt x="5800" y="109236"/>
                  <a:pt x="14133" y="105614"/>
                </a:cubicBezTo>
                <a:lnTo>
                  <a:pt x="14133" y="45166"/>
                </a:lnTo>
                <a:cubicBezTo>
                  <a:pt x="5800" y="41515"/>
                  <a:pt x="0" y="33212"/>
                  <a:pt x="0" y="23555"/>
                </a:cubicBezTo>
                <a:cubicBezTo>
                  <a:pt x="0" y="10541"/>
                  <a:pt x="10541" y="0"/>
                  <a:pt x="23555" y="0"/>
                </a:cubicBezTo>
                <a:cubicBezTo>
                  <a:pt x="36569" y="0"/>
                  <a:pt x="47110" y="10541"/>
                  <a:pt x="47110" y="23555"/>
                </a:cubicBezTo>
                <a:close/>
                <a:moveTo>
                  <a:pt x="115419" y="23555"/>
                </a:moveTo>
                <a:cubicBezTo>
                  <a:pt x="115419" y="19655"/>
                  <a:pt x="112252" y="16488"/>
                  <a:pt x="108352" y="16488"/>
                </a:cubicBezTo>
                <a:cubicBezTo>
                  <a:pt x="104452" y="16488"/>
                  <a:pt x="101286" y="19655"/>
                  <a:pt x="101286" y="23555"/>
                </a:cubicBezTo>
                <a:cubicBezTo>
                  <a:pt x="101286" y="27455"/>
                  <a:pt x="104452" y="30621"/>
                  <a:pt x="108352" y="30621"/>
                </a:cubicBezTo>
                <a:cubicBezTo>
                  <a:pt x="112252" y="30621"/>
                  <a:pt x="115419" y="27455"/>
                  <a:pt x="115419" y="23555"/>
                </a:cubicBezTo>
                <a:close/>
                <a:moveTo>
                  <a:pt x="23555" y="134263"/>
                </a:moveTo>
                <a:cubicBezTo>
                  <a:pt x="27455" y="134263"/>
                  <a:pt x="30621" y="131096"/>
                  <a:pt x="30621" y="127196"/>
                </a:cubicBezTo>
                <a:cubicBezTo>
                  <a:pt x="30621" y="123296"/>
                  <a:pt x="27455" y="120130"/>
                  <a:pt x="23555" y="120130"/>
                </a:cubicBezTo>
                <a:cubicBezTo>
                  <a:pt x="19655" y="120130"/>
                  <a:pt x="16488" y="123296"/>
                  <a:pt x="16488" y="127196"/>
                </a:cubicBezTo>
                <a:cubicBezTo>
                  <a:pt x="16488" y="131096"/>
                  <a:pt x="19655" y="134263"/>
                  <a:pt x="23555" y="1342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7076913" y="3203462"/>
            <a:ext cx="1856124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Crear ramas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76913" y="3467277"/>
            <a:ext cx="184670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Gestión visual de branches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1510" y="3971351"/>
            <a:ext cx="5144383" cy="800866"/>
          </a:xfrm>
          <a:custGeom>
            <a:avLst/>
            <a:gdLst/>
            <a:ahLst/>
            <a:cxnLst/>
            <a:rect l="l" t="t" r="r" b="b"/>
            <a:pathLst>
              <a:path w="5144383" h="800866">
                <a:moveTo>
                  <a:pt x="113066" y="0"/>
                </a:moveTo>
                <a:lnTo>
                  <a:pt x="5031317" y="0"/>
                </a:lnTo>
                <a:cubicBezTo>
                  <a:pt x="5093762" y="0"/>
                  <a:pt x="5144383" y="50621"/>
                  <a:pt x="5144383" y="113066"/>
                </a:cubicBezTo>
                <a:lnTo>
                  <a:pt x="5144383" y="687799"/>
                </a:lnTo>
                <a:cubicBezTo>
                  <a:pt x="5144383" y="750244"/>
                  <a:pt x="5093762" y="800866"/>
                  <a:pt x="5031317" y="800866"/>
                </a:cubicBezTo>
                <a:lnTo>
                  <a:pt x="113066" y="800866"/>
                </a:lnTo>
                <a:cubicBezTo>
                  <a:pt x="50663" y="800866"/>
                  <a:pt x="0" y="750202"/>
                  <a:pt x="0" y="687799"/>
                </a:cubicBezTo>
                <a:lnTo>
                  <a:pt x="0" y="113066"/>
                </a:lnTo>
                <a:cubicBezTo>
                  <a:pt x="0" y="50621"/>
                  <a:pt x="50621" y="0"/>
                  <a:pt x="11306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6972" y="4126813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00035" y="4239876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5376" y="150751"/>
                </a:moveTo>
                <a:cubicBezTo>
                  <a:pt x="116976" y="150751"/>
                  <a:pt x="150751" y="116976"/>
                  <a:pt x="150751" y="75376"/>
                </a:cubicBezTo>
                <a:cubicBezTo>
                  <a:pt x="150751" y="33775"/>
                  <a:pt x="116976" y="0"/>
                  <a:pt x="75376" y="0"/>
                </a:cubicBezTo>
                <a:cubicBezTo>
                  <a:pt x="33775" y="0"/>
                  <a:pt x="0" y="33775"/>
                  <a:pt x="0" y="75376"/>
                </a:cubicBezTo>
                <a:cubicBezTo>
                  <a:pt x="0" y="116976"/>
                  <a:pt x="33775" y="150751"/>
                  <a:pt x="75376" y="150751"/>
                </a:cubicBezTo>
                <a:close/>
                <a:moveTo>
                  <a:pt x="100226" y="62627"/>
                </a:moveTo>
                <a:lnTo>
                  <a:pt x="76671" y="100314"/>
                </a:lnTo>
                <a:cubicBezTo>
                  <a:pt x="75434" y="102287"/>
                  <a:pt x="73315" y="103524"/>
                  <a:pt x="70988" y="103641"/>
                </a:cubicBezTo>
                <a:cubicBezTo>
                  <a:pt x="68662" y="103759"/>
                  <a:pt x="66425" y="102699"/>
                  <a:pt x="65041" y="100815"/>
                </a:cubicBezTo>
                <a:lnTo>
                  <a:pt x="50908" y="81971"/>
                </a:lnTo>
                <a:cubicBezTo>
                  <a:pt x="48552" y="78850"/>
                  <a:pt x="49200" y="74433"/>
                  <a:pt x="52321" y="72078"/>
                </a:cubicBezTo>
                <a:cubicBezTo>
                  <a:pt x="55442" y="69722"/>
                  <a:pt x="59859" y="70370"/>
                  <a:pt x="62214" y="73491"/>
                </a:cubicBezTo>
                <a:lnTo>
                  <a:pt x="70164" y="84091"/>
                </a:lnTo>
                <a:lnTo>
                  <a:pt x="88242" y="55148"/>
                </a:lnTo>
                <a:cubicBezTo>
                  <a:pt x="90303" y="51850"/>
                  <a:pt x="94661" y="50820"/>
                  <a:pt x="97988" y="52910"/>
                </a:cubicBezTo>
                <a:cubicBezTo>
                  <a:pt x="101315" y="55001"/>
                  <a:pt x="102316" y="59329"/>
                  <a:pt x="100226" y="6265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7076913" y="4126813"/>
            <a:ext cx="299617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Hacer commits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76913" y="4390628"/>
            <a:ext cx="298675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Guardar cambios con mensajes descriptivos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31510" y="4894702"/>
            <a:ext cx="5144383" cy="800866"/>
          </a:xfrm>
          <a:custGeom>
            <a:avLst/>
            <a:gdLst/>
            <a:ahLst/>
            <a:cxnLst/>
            <a:rect l="l" t="t" r="r" b="b"/>
            <a:pathLst>
              <a:path w="5144383" h="800866">
                <a:moveTo>
                  <a:pt x="113066" y="0"/>
                </a:moveTo>
                <a:lnTo>
                  <a:pt x="5031317" y="0"/>
                </a:lnTo>
                <a:cubicBezTo>
                  <a:pt x="5093762" y="0"/>
                  <a:pt x="5144383" y="50621"/>
                  <a:pt x="5144383" y="113066"/>
                </a:cubicBezTo>
                <a:lnTo>
                  <a:pt x="5144383" y="687799"/>
                </a:lnTo>
                <a:cubicBezTo>
                  <a:pt x="5144383" y="750244"/>
                  <a:pt x="5093762" y="800866"/>
                  <a:pt x="5031317" y="800866"/>
                </a:cubicBezTo>
                <a:lnTo>
                  <a:pt x="113066" y="800866"/>
                </a:lnTo>
                <a:cubicBezTo>
                  <a:pt x="50663" y="800866"/>
                  <a:pt x="0" y="750202"/>
                  <a:pt x="0" y="687799"/>
                </a:cubicBezTo>
                <a:lnTo>
                  <a:pt x="0" y="113066"/>
                </a:lnTo>
                <a:cubicBezTo>
                  <a:pt x="0" y="50621"/>
                  <a:pt x="50621" y="0"/>
                  <a:pt x="11306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6972" y="5050164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90613" y="5163227"/>
            <a:ext cx="169595" cy="150751"/>
          </a:xfrm>
          <a:custGeom>
            <a:avLst/>
            <a:gdLst/>
            <a:ahLst/>
            <a:cxnLst/>
            <a:rect l="l" t="t" r="r" b="b"/>
            <a:pathLst>
              <a:path w="169595" h="150751">
                <a:moveTo>
                  <a:pt x="42399" y="141329"/>
                </a:moveTo>
                <a:cubicBezTo>
                  <a:pt x="18991" y="141329"/>
                  <a:pt x="0" y="122338"/>
                  <a:pt x="0" y="98930"/>
                </a:cubicBezTo>
                <a:cubicBezTo>
                  <a:pt x="0" y="80263"/>
                  <a:pt x="12072" y="64423"/>
                  <a:pt x="28825" y="58740"/>
                </a:cubicBezTo>
                <a:cubicBezTo>
                  <a:pt x="28443" y="56473"/>
                  <a:pt x="28266" y="54176"/>
                  <a:pt x="28266" y="51821"/>
                </a:cubicBezTo>
                <a:cubicBezTo>
                  <a:pt x="28266" y="28413"/>
                  <a:pt x="47257" y="9422"/>
                  <a:pt x="70665" y="9422"/>
                </a:cubicBezTo>
                <a:cubicBezTo>
                  <a:pt x="86976" y="9422"/>
                  <a:pt x="101139" y="18638"/>
                  <a:pt x="108235" y="32123"/>
                </a:cubicBezTo>
                <a:cubicBezTo>
                  <a:pt x="112416" y="29679"/>
                  <a:pt x="117303" y="28266"/>
                  <a:pt x="122485" y="28266"/>
                </a:cubicBezTo>
                <a:cubicBezTo>
                  <a:pt x="138090" y="28266"/>
                  <a:pt x="150751" y="40927"/>
                  <a:pt x="150751" y="56532"/>
                </a:cubicBezTo>
                <a:cubicBezTo>
                  <a:pt x="150751" y="61154"/>
                  <a:pt x="149632" y="65541"/>
                  <a:pt x="147660" y="69399"/>
                </a:cubicBezTo>
                <a:cubicBezTo>
                  <a:pt x="160615" y="75376"/>
                  <a:pt x="169595" y="88449"/>
                  <a:pt x="169595" y="103641"/>
                </a:cubicBezTo>
                <a:cubicBezTo>
                  <a:pt x="169595" y="124458"/>
                  <a:pt x="152724" y="141329"/>
                  <a:pt x="131907" y="141329"/>
                </a:cubicBezTo>
                <a:lnTo>
                  <a:pt x="42399" y="141329"/>
                </a:lnTo>
                <a:close/>
                <a:moveTo>
                  <a:pt x="89803" y="56237"/>
                </a:moveTo>
                <a:cubicBezTo>
                  <a:pt x="87035" y="53470"/>
                  <a:pt x="82560" y="53470"/>
                  <a:pt x="79822" y="56237"/>
                </a:cubicBezTo>
                <a:lnTo>
                  <a:pt x="58622" y="77437"/>
                </a:lnTo>
                <a:cubicBezTo>
                  <a:pt x="55854" y="80204"/>
                  <a:pt x="55854" y="84680"/>
                  <a:pt x="58622" y="87418"/>
                </a:cubicBezTo>
                <a:cubicBezTo>
                  <a:pt x="61390" y="90156"/>
                  <a:pt x="65865" y="90186"/>
                  <a:pt x="68604" y="87418"/>
                </a:cubicBezTo>
                <a:lnTo>
                  <a:pt x="77731" y="78290"/>
                </a:lnTo>
                <a:lnTo>
                  <a:pt x="77731" y="108352"/>
                </a:lnTo>
                <a:cubicBezTo>
                  <a:pt x="77731" y="112268"/>
                  <a:pt x="80882" y="115419"/>
                  <a:pt x="84798" y="115419"/>
                </a:cubicBezTo>
                <a:cubicBezTo>
                  <a:pt x="88714" y="115419"/>
                  <a:pt x="91864" y="112268"/>
                  <a:pt x="91864" y="108352"/>
                </a:cubicBezTo>
                <a:lnTo>
                  <a:pt x="91864" y="78290"/>
                </a:lnTo>
                <a:lnTo>
                  <a:pt x="100991" y="87418"/>
                </a:lnTo>
                <a:cubicBezTo>
                  <a:pt x="103759" y="90186"/>
                  <a:pt x="108235" y="90186"/>
                  <a:pt x="110973" y="87418"/>
                </a:cubicBezTo>
                <a:cubicBezTo>
                  <a:pt x="113711" y="84650"/>
                  <a:pt x="113741" y="80175"/>
                  <a:pt x="110973" y="77437"/>
                </a:cubicBezTo>
                <a:lnTo>
                  <a:pt x="89773" y="5623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7076913" y="5050164"/>
            <a:ext cx="225184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Subir y descargar cambios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76913" y="5313978"/>
            <a:ext cx="224242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Sincronización con un solo botón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31510" y="5818053"/>
            <a:ext cx="5144383" cy="800866"/>
          </a:xfrm>
          <a:custGeom>
            <a:avLst/>
            <a:gdLst/>
            <a:ahLst/>
            <a:cxnLst/>
            <a:rect l="l" t="t" r="r" b="b"/>
            <a:pathLst>
              <a:path w="5144383" h="800866">
                <a:moveTo>
                  <a:pt x="113066" y="0"/>
                </a:moveTo>
                <a:lnTo>
                  <a:pt x="5031317" y="0"/>
                </a:lnTo>
                <a:cubicBezTo>
                  <a:pt x="5093762" y="0"/>
                  <a:pt x="5144383" y="50621"/>
                  <a:pt x="5144383" y="113066"/>
                </a:cubicBezTo>
                <a:lnTo>
                  <a:pt x="5144383" y="687799"/>
                </a:lnTo>
                <a:cubicBezTo>
                  <a:pt x="5144383" y="750244"/>
                  <a:pt x="5093762" y="800866"/>
                  <a:pt x="5031317" y="800866"/>
                </a:cubicBezTo>
                <a:lnTo>
                  <a:pt x="113066" y="800866"/>
                </a:lnTo>
                <a:cubicBezTo>
                  <a:pt x="50663" y="800866"/>
                  <a:pt x="0" y="750202"/>
                  <a:pt x="0" y="687799"/>
                </a:cubicBezTo>
                <a:lnTo>
                  <a:pt x="0" y="113066"/>
                </a:lnTo>
                <a:cubicBezTo>
                  <a:pt x="0" y="50621"/>
                  <a:pt x="50621" y="0"/>
                  <a:pt x="11306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6972" y="5973515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00035" y="6086578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5376" y="0"/>
                </a:moveTo>
                <a:cubicBezTo>
                  <a:pt x="79704" y="0"/>
                  <a:pt x="83679" y="2385"/>
                  <a:pt x="85740" y="6183"/>
                </a:cubicBezTo>
                <a:lnTo>
                  <a:pt x="149338" y="123957"/>
                </a:lnTo>
                <a:cubicBezTo>
                  <a:pt x="151311" y="127609"/>
                  <a:pt x="151222" y="132025"/>
                  <a:pt x="149102" y="135588"/>
                </a:cubicBezTo>
                <a:cubicBezTo>
                  <a:pt x="146982" y="139150"/>
                  <a:pt x="143125" y="141329"/>
                  <a:pt x="138974" y="141329"/>
                </a:cubicBezTo>
                <a:lnTo>
                  <a:pt x="11777" y="141329"/>
                </a:lnTo>
                <a:cubicBezTo>
                  <a:pt x="7626" y="141329"/>
                  <a:pt x="3798" y="139150"/>
                  <a:pt x="1649" y="135588"/>
                </a:cubicBezTo>
                <a:cubicBezTo>
                  <a:pt x="-501" y="132025"/>
                  <a:pt x="-559" y="127609"/>
                  <a:pt x="1413" y="123957"/>
                </a:cubicBezTo>
                <a:lnTo>
                  <a:pt x="65011" y="6183"/>
                </a:lnTo>
                <a:cubicBezTo>
                  <a:pt x="67072" y="2385"/>
                  <a:pt x="71047" y="0"/>
                  <a:pt x="75376" y="0"/>
                </a:cubicBezTo>
                <a:close/>
                <a:moveTo>
                  <a:pt x="75376" y="49465"/>
                </a:moveTo>
                <a:cubicBezTo>
                  <a:pt x="71460" y="49465"/>
                  <a:pt x="68309" y="52616"/>
                  <a:pt x="68309" y="56532"/>
                </a:cubicBezTo>
                <a:lnTo>
                  <a:pt x="68309" y="89509"/>
                </a:lnTo>
                <a:cubicBezTo>
                  <a:pt x="68309" y="93424"/>
                  <a:pt x="71460" y="96575"/>
                  <a:pt x="75376" y="96575"/>
                </a:cubicBezTo>
                <a:cubicBezTo>
                  <a:pt x="79292" y="96575"/>
                  <a:pt x="82442" y="93424"/>
                  <a:pt x="82442" y="89509"/>
                </a:cubicBezTo>
                <a:lnTo>
                  <a:pt x="82442" y="56532"/>
                </a:lnTo>
                <a:cubicBezTo>
                  <a:pt x="82442" y="52616"/>
                  <a:pt x="79292" y="49465"/>
                  <a:pt x="75376" y="49465"/>
                </a:cubicBezTo>
                <a:close/>
                <a:moveTo>
                  <a:pt x="83237" y="113063"/>
                </a:moveTo>
                <a:cubicBezTo>
                  <a:pt x="83416" y="110145"/>
                  <a:pt x="81961" y="107369"/>
                  <a:pt x="79459" y="105856"/>
                </a:cubicBezTo>
                <a:cubicBezTo>
                  <a:pt x="76958" y="104343"/>
                  <a:pt x="73823" y="104343"/>
                  <a:pt x="71322" y="105856"/>
                </a:cubicBezTo>
                <a:cubicBezTo>
                  <a:pt x="68820" y="107369"/>
                  <a:pt x="67365" y="110145"/>
                  <a:pt x="67544" y="113063"/>
                </a:cubicBezTo>
                <a:cubicBezTo>
                  <a:pt x="67365" y="115981"/>
                  <a:pt x="68820" y="118758"/>
                  <a:pt x="71322" y="120271"/>
                </a:cubicBezTo>
                <a:cubicBezTo>
                  <a:pt x="73823" y="121784"/>
                  <a:pt x="76958" y="121784"/>
                  <a:pt x="79459" y="120271"/>
                </a:cubicBezTo>
                <a:cubicBezTo>
                  <a:pt x="81961" y="118758"/>
                  <a:pt x="83416" y="115981"/>
                  <a:pt x="83237" y="1130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7076913" y="5973515"/>
            <a:ext cx="256277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Resolver conflictos básicos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76913" y="6237329"/>
            <a:ext cx="255334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Interfaz visual para conflictos simples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372" y="378372"/>
            <a:ext cx="439099" cy="439099"/>
          </a:xfrm>
          <a:custGeom>
            <a:avLst/>
            <a:gdLst/>
            <a:ahLst/>
            <a:cxnLst/>
            <a:rect l="l" t="t" r="r" b="b"/>
            <a:pathLst>
              <a:path w="439099" h="439099">
                <a:moveTo>
                  <a:pt x="112111" y="0"/>
                </a:moveTo>
                <a:lnTo>
                  <a:pt x="326988" y="0"/>
                </a:lnTo>
                <a:cubicBezTo>
                  <a:pt x="388905" y="0"/>
                  <a:pt x="439099" y="50194"/>
                  <a:pt x="439099" y="112111"/>
                </a:cubicBezTo>
                <a:lnTo>
                  <a:pt x="439099" y="326988"/>
                </a:lnTo>
                <a:cubicBezTo>
                  <a:pt x="439099" y="388905"/>
                  <a:pt x="388905" y="439099"/>
                  <a:pt x="326988" y="439099"/>
                </a:cubicBezTo>
                <a:lnTo>
                  <a:pt x="112111" y="439099"/>
                </a:lnTo>
                <a:cubicBezTo>
                  <a:pt x="50194" y="439099"/>
                  <a:pt x="0" y="388905"/>
                  <a:pt x="0" y="326988"/>
                </a:cubicBezTo>
                <a:lnTo>
                  <a:pt x="0" y="112111"/>
                </a:lnTo>
                <a:cubicBezTo>
                  <a:pt x="0" y="50235"/>
                  <a:pt x="50235" y="0"/>
                  <a:pt x="11211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9825" y="485811"/>
            <a:ext cx="196193" cy="224221"/>
          </a:xfrm>
          <a:custGeom>
            <a:avLst/>
            <a:gdLst/>
            <a:ahLst/>
            <a:cxnLst/>
            <a:rect l="l" t="t" r="r" b="b"/>
            <a:pathLst>
              <a:path w="196193" h="224221">
                <a:moveTo>
                  <a:pt x="165801" y="35823"/>
                </a:moveTo>
                <a:cubicBezTo>
                  <a:pt x="170092" y="29385"/>
                  <a:pt x="168341" y="20670"/>
                  <a:pt x="161903" y="16379"/>
                </a:cubicBezTo>
                <a:cubicBezTo>
                  <a:pt x="155466" y="12087"/>
                  <a:pt x="146751" y="13839"/>
                  <a:pt x="142459" y="20276"/>
                </a:cubicBezTo>
                <a:lnTo>
                  <a:pt x="118636" y="56055"/>
                </a:lnTo>
                <a:lnTo>
                  <a:pt x="14014" y="56055"/>
                </a:lnTo>
                <a:cubicBezTo>
                  <a:pt x="6262" y="56055"/>
                  <a:pt x="0" y="62318"/>
                  <a:pt x="0" y="70069"/>
                </a:cubicBezTo>
                <a:cubicBezTo>
                  <a:pt x="0" y="77820"/>
                  <a:pt x="6262" y="84083"/>
                  <a:pt x="14014" y="84083"/>
                </a:cubicBezTo>
                <a:lnTo>
                  <a:pt x="99936" y="84083"/>
                </a:lnTo>
                <a:lnTo>
                  <a:pt x="62580" y="140138"/>
                </a:lnTo>
                <a:lnTo>
                  <a:pt x="14014" y="140138"/>
                </a:lnTo>
                <a:cubicBezTo>
                  <a:pt x="6262" y="140138"/>
                  <a:pt x="0" y="146400"/>
                  <a:pt x="0" y="154152"/>
                </a:cubicBezTo>
                <a:cubicBezTo>
                  <a:pt x="0" y="161903"/>
                  <a:pt x="6262" y="168166"/>
                  <a:pt x="14014" y="168166"/>
                </a:cubicBezTo>
                <a:lnTo>
                  <a:pt x="43881" y="168166"/>
                </a:lnTo>
                <a:lnTo>
                  <a:pt x="30392" y="188398"/>
                </a:lnTo>
                <a:cubicBezTo>
                  <a:pt x="26101" y="194836"/>
                  <a:pt x="27852" y="203550"/>
                  <a:pt x="34290" y="207842"/>
                </a:cubicBezTo>
                <a:cubicBezTo>
                  <a:pt x="40728" y="212134"/>
                  <a:pt x="49442" y="210382"/>
                  <a:pt x="53734" y="203944"/>
                </a:cubicBezTo>
                <a:lnTo>
                  <a:pt x="77558" y="168166"/>
                </a:lnTo>
                <a:lnTo>
                  <a:pt x="182179" y="168166"/>
                </a:lnTo>
                <a:cubicBezTo>
                  <a:pt x="189931" y="168166"/>
                  <a:pt x="196193" y="161903"/>
                  <a:pt x="196193" y="154152"/>
                </a:cubicBezTo>
                <a:cubicBezTo>
                  <a:pt x="196193" y="146400"/>
                  <a:pt x="189931" y="140138"/>
                  <a:pt x="182179" y="140138"/>
                </a:cubicBezTo>
                <a:lnTo>
                  <a:pt x="96257" y="140138"/>
                </a:lnTo>
                <a:lnTo>
                  <a:pt x="133613" y="84083"/>
                </a:lnTo>
                <a:lnTo>
                  <a:pt x="182179" y="84083"/>
                </a:lnTo>
                <a:cubicBezTo>
                  <a:pt x="189931" y="84083"/>
                  <a:pt x="196193" y="77820"/>
                  <a:pt x="196193" y="70069"/>
                </a:cubicBezTo>
                <a:cubicBezTo>
                  <a:pt x="196193" y="62318"/>
                  <a:pt x="189931" y="56055"/>
                  <a:pt x="182179" y="56055"/>
                </a:cubicBezTo>
                <a:lnTo>
                  <a:pt x="152312" y="56055"/>
                </a:lnTo>
                <a:lnTo>
                  <a:pt x="165801" y="3582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34253" y="411071"/>
            <a:ext cx="6904129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Diferencia entre Git, GitHub y GitHub Desktop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4253" y="896883"/>
            <a:ext cx="10977471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Comprendiendo las herramientas y sus roles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8372" y="1349995"/>
            <a:ext cx="3708984" cy="4680607"/>
          </a:xfrm>
          <a:custGeom>
            <a:avLst/>
            <a:gdLst/>
            <a:ahLst/>
            <a:cxnLst/>
            <a:rect l="l" t="t" r="r" b="b"/>
            <a:pathLst>
              <a:path w="3708984" h="4680607">
                <a:moveTo>
                  <a:pt x="149472" y="0"/>
                </a:moveTo>
                <a:lnTo>
                  <a:pt x="3559512" y="0"/>
                </a:lnTo>
                <a:cubicBezTo>
                  <a:pt x="3642063" y="0"/>
                  <a:pt x="3708984" y="66921"/>
                  <a:pt x="3708984" y="149472"/>
                </a:cubicBezTo>
                <a:lnTo>
                  <a:pt x="3708984" y="4531135"/>
                </a:lnTo>
                <a:cubicBezTo>
                  <a:pt x="3708984" y="4613686"/>
                  <a:pt x="3642063" y="4680607"/>
                  <a:pt x="3559512" y="4680607"/>
                </a:cubicBezTo>
                <a:lnTo>
                  <a:pt x="149472" y="4680607"/>
                </a:lnTo>
                <a:cubicBezTo>
                  <a:pt x="66921" y="4680607"/>
                  <a:pt x="0" y="4613686"/>
                  <a:pt x="0" y="4531135"/>
                </a:cubicBezTo>
                <a:lnTo>
                  <a:pt x="0" y="149472"/>
                </a:lnTo>
                <a:cubicBezTo>
                  <a:pt x="0" y="66976"/>
                  <a:pt x="66976" y="0"/>
                  <a:pt x="1494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9894" y="1541517"/>
            <a:ext cx="523182" cy="523182"/>
          </a:xfrm>
          <a:custGeom>
            <a:avLst/>
            <a:gdLst/>
            <a:ahLst/>
            <a:cxnLst/>
            <a:rect l="l" t="t" r="r" b="b"/>
            <a:pathLst>
              <a:path w="523182" h="523182">
                <a:moveTo>
                  <a:pt x="112113" y="0"/>
                </a:moveTo>
                <a:lnTo>
                  <a:pt x="411069" y="0"/>
                </a:lnTo>
                <a:cubicBezTo>
                  <a:pt x="472987" y="0"/>
                  <a:pt x="523182" y="50195"/>
                  <a:pt x="523182" y="112113"/>
                </a:cubicBezTo>
                <a:lnTo>
                  <a:pt x="523182" y="411069"/>
                </a:lnTo>
                <a:cubicBezTo>
                  <a:pt x="523182" y="472987"/>
                  <a:pt x="472987" y="523182"/>
                  <a:pt x="411069" y="523182"/>
                </a:cubicBezTo>
                <a:lnTo>
                  <a:pt x="112113" y="523182"/>
                </a:lnTo>
                <a:cubicBezTo>
                  <a:pt x="50195" y="523182"/>
                  <a:pt x="0" y="472987"/>
                  <a:pt x="0" y="411069"/>
                </a:cubicBezTo>
                <a:lnTo>
                  <a:pt x="0" y="112113"/>
                </a:lnTo>
                <a:cubicBezTo>
                  <a:pt x="0" y="50195"/>
                  <a:pt x="50195" y="0"/>
                  <a:pt x="11211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1200" y="1662970"/>
            <a:ext cx="245241" cy="280276"/>
          </a:xfrm>
          <a:custGeom>
            <a:avLst/>
            <a:gdLst/>
            <a:ahLst/>
            <a:cxnLst/>
            <a:rect l="l" t="t" r="r" b="b"/>
            <a:pathLst>
              <a:path w="245241" h="280276">
                <a:moveTo>
                  <a:pt x="240643" y="129244"/>
                </a:moveTo>
                <a:lnTo>
                  <a:pt x="133569" y="22170"/>
                </a:lnTo>
                <a:cubicBezTo>
                  <a:pt x="130613" y="19159"/>
                  <a:pt x="126562" y="17517"/>
                  <a:pt x="122402" y="17517"/>
                </a:cubicBezTo>
                <a:cubicBezTo>
                  <a:pt x="118241" y="17517"/>
                  <a:pt x="114191" y="19159"/>
                  <a:pt x="111234" y="22116"/>
                </a:cubicBezTo>
                <a:lnTo>
                  <a:pt x="88955" y="44341"/>
                </a:lnTo>
                <a:lnTo>
                  <a:pt x="117147" y="72532"/>
                </a:lnTo>
                <a:cubicBezTo>
                  <a:pt x="131981" y="67551"/>
                  <a:pt x="145995" y="81729"/>
                  <a:pt x="140904" y="96454"/>
                </a:cubicBezTo>
                <a:lnTo>
                  <a:pt x="168111" y="123661"/>
                </a:lnTo>
                <a:cubicBezTo>
                  <a:pt x="186832" y="117201"/>
                  <a:pt x="201612" y="140631"/>
                  <a:pt x="187544" y="154699"/>
                </a:cubicBezTo>
                <a:cubicBezTo>
                  <a:pt x="173037" y="169206"/>
                  <a:pt x="149116" y="153112"/>
                  <a:pt x="156889" y="134281"/>
                </a:cubicBezTo>
                <a:lnTo>
                  <a:pt x="131544" y="108935"/>
                </a:lnTo>
                <a:lnTo>
                  <a:pt x="131544" y="175665"/>
                </a:lnTo>
                <a:cubicBezTo>
                  <a:pt x="145393" y="182508"/>
                  <a:pt x="143751" y="198547"/>
                  <a:pt x="136525" y="205773"/>
                </a:cubicBezTo>
                <a:cubicBezTo>
                  <a:pt x="133022" y="209276"/>
                  <a:pt x="128204" y="211302"/>
                  <a:pt x="123223" y="211302"/>
                </a:cubicBezTo>
                <a:cubicBezTo>
                  <a:pt x="118241" y="211302"/>
                  <a:pt x="113479" y="209331"/>
                  <a:pt x="109921" y="205773"/>
                </a:cubicBezTo>
                <a:cubicBezTo>
                  <a:pt x="100286" y="196138"/>
                  <a:pt x="103844" y="180099"/>
                  <a:pt x="116052" y="175118"/>
                </a:cubicBezTo>
                <a:lnTo>
                  <a:pt x="116052" y="107786"/>
                </a:lnTo>
                <a:cubicBezTo>
                  <a:pt x="104666" y="103133"/>
                  <a:pt x="102585" y="90980"/>
                  <a:pt x="105870" y="83152"/>
                </a:cubicBezTo>
                <a:lnTo>
                  <a:pt x="78061" y="55289"/>
                </a:lnTo>
                <a:lnTo>
                  <a:pt x="4653" y="128697"/>
                </a:lnTo>
                <a:cubicBezTo>
                  <a:pt x="1642" y="131708"/>
                  <a:pt x="0" y="135704"/>
                  <a:pt x="0" y="139864"/>
                </a:cubicBezTo>
                <a:cubicBezTo>
                  <a:pt x="0" y="144025"/>
                  <a:pt x="1642" y="148075"/>
                  <a:pt x="4653" y="151031"/>
                </a:cubicBezTo>
                <a:lnTo>
                  <a:pt x="111727" y="258160"/>
                </a:lnTo>
                <a:cubicBezTo>
                  <a:pt x="114683" y="261116"/>
                  <a:pt x="118679" y="262759"/>
                  <a:pt x="122894" y="262759"/>
                </a:cubicBezTo>
                <a:cubicBezTo>
                  <a:pt x="127109" y="262759"/>
                  <a:pt x="131106" y="261116"/>
                  <a:pt x="134062" y="258160"/>
                </a:cubicBezTo>
                <a:lnTo>
                  <a:pt x="240643" y="151579"/>
                </a:lnTo>
                <a:cubicBezTo>
                  <a:pt x="243599" y="148623"/>
                  <a:pt x="245241" y="144572"/>
                  <a:pt x="245241" y="140412"/>
                </a:cubicBezTo>
                <a:cubicBezTo>
                  <a:pt x="245241" y="136251"/>
                  <a:pt x="243599" y="132200"/>
                  <a:pt x="240643" y="12924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205186" y="1653628"/>
            <a:ext cx="401729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4566" y="2218851"/>
            <a:ext cx="3316598" cy="831485"/>
          </a:xfrm>
          <a:custGeom>
            <a:avLst/>
            <a:gdLst/>
            <a:ahLst/>
            <a:cxnLst/>
            <a:rect l="l" t="t" r="r" b="b"/>
            <a:pathLst>
              <a:path w="3316598" h="831485">
                <a:moveTo>
                  <a:pt x="112109" y="0"/>
                </a:moveTo>
                <a:lnTo>
                  <a:pt x="3204489" y="0"/>
                </a:lnTo>
                <a:cubicBezTo>
                  <a:pt x="3266405" y="0"/>
                  <a:pt x="3316598" y="50193"/>
                  <a:pt x="3316598" y="112109"/>
                </a:cubicBezTo>
                <a:lnTo>
                  <a:pt x="3316598" y="719376"/>
                </a:lnTo>
                <a:cubicBezTo>
                  <a:pt x="3316598" y="781292"/>
                  <a:pt x="3266405" y="831485"/>
                  <a:pt x="3204489" y="831485"/>
                </a:cubicBezTo>
                <a:lnTo>
                  <a:pt x="112109" y="831485"/>
                </a:lnTo>
                <a:cubicBezTo>
                  <a:pt x="50193" y="831485"/>
                  <a:pt x="0" y="781292"/>
                  <a:pt x="0" y="719376"/>
                </a:cubicBezTo>
                <a:lnTo>
                  <a:pt x="0" y="112109"/>
                </a:lnTo>
                <a:cubicBezTo>
                  <a:pt x="0" y="50234"/>
                  <a:pt x="50234" y="0"/>
                  <a:pt x="11210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717" y="2373002"/>
            <a:ext cx="308303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8717" y="2634593"/>
            <a:ext cx="309237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de control de versiones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4566" y="3171789"/>
            <a:ext cx="3316598" cy="831485"/>
          </a:xfrm>
          <a:custGeom>
            <a:avLst/>
            <a:gdLst/>
            <a:ahLst/>
            <a:cxnLst/>
            <a:rect l="l" t="t" r="r" b="b"/>
            <a:pathLst>
              <a:path w="3316598" h="831485">
                <a:moveTo>
                  <a:pt x="112109" y="0"/>
                </a:moveTo>
                <a:lnTo>
                  <a:pt x="3204489" y="0"/>
                </a:lnTo>
                <a:cubicBezTo>
                  <a:pt x="3266405" y="0"/>
                  <a:pt x="3316598" y="50193"/>
                  <a:pt x="3316598" y="112109"/>
                </a:cubicBezTo>
                <a:lnTo>
                  <a:pt x="3316598" y="719376"/>
                </a:lnTo>
                <a:cubicBezTo>
                  <a:pt x="3316598" y="781292"/>
                  <a:pt x="3266405" y="831485"/>
                  <a:pt x="3204489" y="831485"/>
                </a:cubicBezTo>
                <a:lnTo>
                  <a:pt x="112109" y="831485"/>
                </a:lnTo>
                <a:cubicBezTo>
                  <a:pt x="50193" y="831485"/>
                  <a:pt x="0" y="781292"/>
                  <a:pt x="0" y="719376"/>
                </a:cubicBezTo>
                <a:lnTo>
                  <a:pt x="0" y="112109"/>
                </a:lnTo>
                <a:cubicBezTo>
                  <a:pt x="0" y="50234"/>
                  <a:pt x="50234" y="0"/>
                  <a:pt x="11210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17" y="3325940"/>
            <a:ext cx="308303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Funcionamiento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8717" y="3587531"/>
            <a:ext cx="309237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 localmente en tu computadora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4566" y="4124726"/>
            <a:ext cx="3316598" cy="831485"/>
          </a:xfrm>
          <a:custGeom>
            <a:avLst/>
            <a:gdLst/>
            <a:ahLst/>
            <a:cxnLst/>
            <a:rect l="l" t="t" r="r" b="b"/>
            <a:pathLst>
              <a:path w="3316598" h="831485">
                <a:moveTo>
                  <a:pt x="112109" y="0"/>
                </a:moveTo>
                <a:lnTo>
                  <a:pt x="3204489" y="0"/>
                </a:lnTo>
                <a:cubicBezTo>
                  <a:pt x="3266405" y="0"/>
                  <a:pt x="3316598" y="50193"/>
                  <a:pt x="3316598" y="112109"/>
                </a:cubicBezTo>
                <a:lnTo>
                  <a:pt x="3316598" y="719376"/>
                </a:lnTo>
                <a:cubicBezTo>
                  <a:pt x="3316598" y="781292"/>
                  <a:pt x="3266405" y="831485"/>
                  <a:pt x="3204489" y="831485"/>
                </a:cubicBezTo>
                <a:lnTo>
                  <a:pt x="112109" y="831485"/>
                </a:lnTo>
                <a:cubicBezTo>
                  <a:pt x="50193" y="831485"/>
                  <a:pt x="0" y="781292"/>
                  <a:pt x="0" y="719376"/>
                </a:cubicBezTo>
                <a:lnTo>
                  <a:pt x="0" y="112109"/>
                </a:lnTo>
                <a:cubicBezTo>
                  <a:pt x="0" y="50234"/>
                  <a:pt x="50234" y="0"/>
                  <a:pt x="11210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8717" y="4278878"/>
            <a:ext cx="308303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Interfaz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8717" y="4540469"/>
            <a:ext cx="309237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Línea de comandos (CLI)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4566" y="5376625"/>
            <a:ext cx="3316598" cy="457784"/>
          </a:xfrm>
          <a:custGeom>
            <a:avLst/>
            <a:gdLst/>
            <a:ahLst/>
            <a:cxnLst/>
            <a:rect l="l" t="t" r="r" b="b"/>
            <a:pathLst>
              <a:path w="3316598" h="457784">
                <a:moveTo>
                  <a:pt x="112111" y="0"/>
                </a:moveTo>
                <a:lnTo>
                  <a:pt x="3204486" y="0"/>
                </a:lnTo>
                <a:cubicBezTo>
                  <a:pt x="3266404" y="0"/>
                  <a:pt x="3316598" y="50194"/>
                  <a:pt x="3316598" y="112111"/>
                </a:cubicBezTo>
                <a:lnTo>
                  <a:pt x="3316598" y="345673"/>
                </a:lnTo>
                <a:cubicBezTo>
                  <a:pt x="3316598" y="407590"/>
                  <a:pt x="3266404" y="457784"/>
                  <a:pt x="3204486" y="457784"/>
                </a:cubicBezTo>
                <a:lnTo>
                  <a:pt x="112111" y="457784"/>
                </a:lnTo>
                <a:cubicBezTo>
                  <a:pt x="50194" y="457784"/>
                  <a:pt x="0" y="407590"/>
                  <a:pt x="0" y="345673"/>
                </a:cubicBezTo>
                <a:lnTo>
                  <a:pt x="0" y="112111"/>
                </a:lnTo>
                <a:cubicBezTo>
                  <a:pt x="0" y="50235"/>
                  <a:pt x="50235" y="0"/>
                  <a:pt x="11211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8111" y="5530777"/>
            <a:ext cx="186851" cy="149480"/>
          </a:xfrm>
          <a:custGeom>
            <a:avLst/>
            <a:gdLst/>
            <a:ahLst/>
            <a:cxnLst/>
            <a:rect l="l" t="t" r="r" b="b"/>
            <a:pathLst>
              <a:path w="186851" h="149480">
                <a:moveTo>
                  <a:pt x="37370" y="9343"/>
                </a:moveTo>
                <a:cubicBezTo>
                  <a:pt x="27064" y="9343"/>
                  <a:pt x="18685" y="17722"/>
                  <a:pt x="18685" y="28028"/>
                </a:cubicBezTo>
                <a:lnTo>
                  <a:pt x="18685" y="98097"/>
                </a:lnTo>
                <a:lnTo>
                  <a:pt x="37370" y="98097"/>
                </a:lnTo>
                <a:lnTo>
                  <a:pt x="37370" y="28028"/>
                </a:lnTo>
                <a:lnTo>
                  <a:pt x="149480" y="28028"/>
                </a:lnTo>
                <a:lnTo>
                  <a:pt x="149480" y="98097"/>
                </a:lnTo>
                <a:lnTo>
                  <a:pt x="168166" y="98097"/>
                </a:lnTo>
                <a:lnTo>
                  <a:pt x="168166" y="28028"/>
                </a:lnTo>
                <a:cubicBezTo>
                  <a:pt x="168166" y="17722"/>
                  <a:pt x="159786" y="9343"/>
                  <a:pt x="149480" y="9343"/>
                </a:cubicBezTo>
                <a:lnTo>
                  <a:pt x="37370" y="9343"/>
                </a:lnTo>
                <a:close/>
                <a:moveTo>
                  <a:pt x="5606" y="112110"/>
                </a:moveTo>
                <a:cubicBezTo>
                  <a:pt x="2511" y="112110"/>
                  <a:pt x="0" y="114621"/>
                  <a:pt x="0" y="117716"/>
                </a:cubicBezTo>
                <a:cubicBezTo>
                  <a:pt x="0" y="130095"/>
                  <a:pt x="10043" y="140138"/>
                  <a:pt x="22422" y="140138"/>
                </a:cubicBezTo>
                <a:lnTo>
                  <a:pt x="164429" y="140138"/>
                </a:lnTo>
                <a:cubicBezTo>
                  <a:pt x="176807" y="140138"/>
                  <a:pt x="186851" y="130095"/>
                  <a:pt x="186851" y="117716"/>
                </a:cubicBezTo>
                <a:cubicBezTo>
                  <a:pt x="186851" y="114621"/>
                  <a:pt x="184340" y="112110"/>
                  <a:pt x="181245" y="112110"/>
                </a:cubicBezTo>
                <a:lnTo>
                  <a:pt x="5606" y="11211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895809" y="5493407"/>
            <a:ext cx="291594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tecnológica fundamental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42676" y="1349995"/>
            <a:ext cx="3708984" cy="4680607"/>
          </a:xfrm>
          <a:custGeom>
            <a:avLst/>
            <a:gdLst/>
            <a:ahLst/>
            <a:cxnLst/>
            <a:rect l="l" t="t" r="r" b="b"/>
            <a:pathLst>
              <a:path w="3708984" h="4680607">
                <a:moveTo>
                  <a:pt x="149472" y="0"/>
                </a:moveTo>
                <a:lnTo>
                  <a:pt x="3559512" y="0"/>
                </a:lnTo>
                <a:cubicBezTo>
                  <a:pt x="3642063" y="0"/>
                  <a:pt x="3708984" y="66921"/>
                  <a:pt x="3708984" y="149472"/>
                </a:cubicBezTo>
                <a:lnTo>
                  <a:pt x="3708984" y="4531135"/>
                </a:lnTo>
                <a:cubicBezTo>
                  <a:pt x="3708984" y="4613686"/>
                  <a:pt x="3642063" y="4680607"/>
                  <a:pt x="3559512" y="4680607"/>
                </a:cubicBezTo>
                <a:lnTo>
                  <a:pt x="149472" y="4680607"/>
                </a:lnTo>
                <a:cubicBezTo>
                  <a:pt x="66921" y="4680607"/>
                  <a:pt x="0" y="4613686"/>
                  <a:pt x="0" y="4531135"/>
                </a:cubicBezTo>
                <a:lnTo>
                  <a:pt x="0" y="149472"/>
                </a:lnTo>
                <a:cubicBezTo>
                  <a:pt x="0" y="66976"/>
                  <a:pt x="66976" y="0"/>
                  <a:pt x="1494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198" y="1541517"/>
            <a:ext cx="523182" cy="523182"/>
          </a:xfrm>
          <a:custGeom>
            <a:avLst/>
            <a:gdLst/>
            <a:ahLst/>
            <a:cxnLst/>
            <a:rect l="l" t="t" r="r" b="b"/>
            <a:pathLst>
              <a:path w="523182" h="523182">
                <a:moveTo>
                  <a:pt x="112113" y="0"/>
                </a:moveTo>
                <a:lnTo>
                  <a:pt x="411069" y="0"/>
                </a:lnTo>
                <a:cubicBezTo>
                  <a:pt x="472987" y="0"/>
                  <a:pt x="523182" y="50195"/>
                  <a:pt x="523182" y="112113"/>
                </a:cubicBezTo>
                <a:lnTo>
                  <a:pt x="523182" y="411069"/>
                </a:lnTo>
                <a:cubicBezTo>
                  <a:pt x="523182" y="472987"/>
                  <a:pt x="472987" y="523182"/>
                  <a:pt x="411069" y="523182"/>
                </a:cubicBezTo>
                <a:lnTo>
                  <a:pt x="112113" y="523182"/>
                </a:lnTo>
                <a:cubicBezTo>
                  <a:pt x="50195" y="523182"/>
                  <a:pt x="0" y="472987"/>
                  <a:pt x="0" y="411069"/>
                </a:cubicBezTo>
                <a:lnTo>
                  <a:pt x="0" y="112113"/>
                </a:lnTo>
                <a:cubicBezTo>
                  <a:pt x="0" y="50195"/>
                  <a:pt x="50195" y="0"/>
                  <a:pt x="11211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57986" y="1662970"/>
            <a:ext cx="280276" cy="280276"/>
          </a:xfrm>
          <a:custGeom>
            <a:avLst/>
            <a:gdLst/>
            <a:ahLst/>
            <a:cxnLst/>
            <a:rect l="l" t="t" r="r" b="b"/>
            <a:pathLst>
              <a:path w="280276" h="280276">
                <a:moveTo>
                  <a:pt x="95195" y="217542"/>
                </a:moveTo>
                <a:cubicBezTo>
                  <a:pt x="95195" y="218637"/>
                  <a:pt x="93936" y="219513"/>
                  <a:pt x="92349" y="219513"/>
                </a:cubicBezTo>
                <a:cubicBezTo>
                  <a:pt x="90542" y="219677"/>
                  <a:pt x="89283" y="218801"/>
                  <a:pt x="89283" y="217542"/>
                </a:cubicBezTo>
                <a:cubicBezTo>
                  <a:pt x="89283" y="216447"/>
                  <a:pt x="90542" y="215572"/>
                  <a:pt x="92130" y="215572"/>
                </a:cubicBezTo>
                <a:cubicBezTo>
                  <a:pt x="93772" y="215407"/>
                  <a:pt x="95195" y="216283"/>
                  <a:pt x="95195" y="217542"/>
                </a:cubicBezTo>
                <a:close/>
                <a:moveTo>
                  <a:pt x="78171" y="215079"/>
                </a:moveTo>
                <a:cubicBezTo>
                  <a:pt x="77788" y="216174"/>
                  <a:pt x="78882" y="217433"/>
                  <a:pt x="80525" y="217761"/>
                </a:cubicBezTo>
                <a:cubicBezTo>
                  <a:pt x="81948" y="218309"/>
                  <a:pt x="83590" y="217761"/>
                  <a:pt x="83919" y="216666"/>
                </a:cubicBezTo>
                <a:cubicBezTo>
                  <a:pt x="84247" y="215572"/>
                  <a:pt x="83207" y="214312"/>
                  <a:pt x="81565" y="213820"/>
                </a:cubicBezTo>
                <a:cubicBezTo>
                  <a:pt x="80141" y="213437"/>
                  <a:pt x="78554" y="213984"/>
                  <a:pt x="78171" y="215079"/>
                </a:cubicBezTo>
                <a:close/>
                <a:moveTo>
                  <a:pt x="102366" y="214148"/>
                </a:moveTo>
                <a:cubicBezTo>
                  <a:pt x="100779" y="214531"/>
                  <a:pt x="99684" y="215572"/>
                  <a:pt x="99848" y="216831"/>
                </a:cubicBezTo>
                <a:cubicBezTo>
                  <a:pt x="100013" y="217925"/>
                  <a:pt x="101436" y="218637"/>
                  <a:pt x="103078" y="218254"/>
                </a:cubicBezTo>
                <a:cubicBezTo>
                  <a:pt x="104666" y="217871"/>
                  <a:pt x="105760" y="216831"/>
                  <a:pt x="105596" y="215736"/>
                </a:cubicBezTo>
                <a:cubicBezTo>
                  <a:pt x="105432" y="214696"/>
                  <a:pt x="103954" y="213984"/>
                  <a:pt x="102366" y="214148"/>
                </a:cubicBezTo>
                <a:close/>
                <a:moveTo>
                  <a:pt x="138386" y="4379"/>
                </a:moveTo>
                <a:cubicBezTo>
                  <a:pt x="62460" y="4379"/>
                  <a:pt x="4379" y="62022"/>
                  <a:pt x="4379" y="137948"/>
                </a:cubicBezTo>
                <a:cubicBezTo>
                  <a:pt x="4379" y="198656"/>
                  <a:pt x="42589" y="250606"/>
                  <a:pt x="97166" y="268890"/>
                </a:cubicBezTo>
                <a:cubicBezTo>
                  <a:pt x="104173" y="270149"/>
                  <a:pt x="106636" y="265824"/>
                  <a:pt x="106636" y="262266"/>
                </a:cubicBezTo>
                <a:cubicBezTo>
                  <a:pt x="106636" y="258872"/>
                  <a:pt x="106472" y="240150"/>
                  <a:pt x="106472" y="228655"/>
                </a:cubicBezTo>
                <a:cubicBezTo>
                  <a:pt x="106472" y="228655"/>
                  <a:pt x="68153" y="236866"/>
                  <a:pt x="60106" y="212342"/>
                </a:cubicBezTo>
                <a:cubicBezTo>
                  <a:pt x="60106" y="212342"/>
                  <a:pt x="53866" y="196412"/>
                  <a:pt x="44888" y="192306"/>
                </a:cubicBezTo>
                <a:cubicBezTo>
                  <a:pt x="44888" y="192306"/>
                  <a:pt x="32352" y="183712"/>
                  <a:pt x="45764" y="183876"/>
                </a:cubicBezTo>
                <a:cubicBezTo>
                  <a:pt x="45764" y="183876"/>
                  <a:pt x="59394" y="184971"/>
                  <a:pt x="66894" y="198000"/>
                </a:cubicBezTo>
                <a:cubicBezTo>
                  <a:pt x="78882" y="219130"/>
                  <a:pt x="98972" y="213053"/>
                  <a:pt x="106800" y="209441"/>
                </a:cubicBezTo>
                <a:cubicBezTo>
                  <a:pt x="108059" y="200682"/>
                  <a:pt x="111618" y="194606"/>
                  <a:pt x="115559" y="190993"/>
                </a:cubicBezTo>
                <a:cubicBezTo>
                  <a:pt x="84959" y="187599"/>
                  <a:pt x="54084" y="183165"/>
                  <a:pt x="54084" y="130503"/>
                </a:cubicBezTo>
                <a:cubicBezTo>
                  <a:pt x="54084" y="115450"/>
                  <a:pt x="58245" y="107895"/>
                  <a:pt x="67003" y="98261"/>
                </a:cubicBezTo>
                <a:cubicBezTo>
                  <a:pt x="65580" y="94703"/>
                  <a:pt x="60927" y="80032"/>
                  <a:pt x="68427" y="61091"/>
                </a:cubicBezTo>
                <a:cubicBezTo>
                  <a:pt x="79868" y="57533"/>
                  <a:pt x="106198" y="75872"/>
                  <a:pt x="106198" y="75872"/>
                </a:cubicBezTo>
                <a:cubicBezTo>
                  <a:pt x="117147" y="72806"/>
                  <a:pt x="128916" y="71219"/>
                  <a:pt x="140576" y="71219"/>
                </a:cubicBezTo>
                <a:cubicBezTo>
                  <a:pt x="152236" y="71219"/>
                  <a:pt x="164005" y="72806"/>
                  <a:pt x="174953" y="75872"/>
                </a:cubicBezTo>
                <a:cubicBezTo>
                  <a:pt x="174953" y="75872"/>
                  <a:pt x="201284" y="57478"/>
                  <a:pt x="212725" y="61091"/>
                </a:cubicBezTo>
                <a:cubicBezTo>
                  <a:pt x="220225" y="80087"/>
                  <a:pt x="215572" y="94703"/>
                  <a:pt x="214148" y="98261"/>
                </a:cubicBezTo>
                <a:cubicBezTo>
                  <a:pt x="222907" y="107950"/>
                  <a:pt x="228272" y="115504"/>
                  <a:pt x="228272" y="130503"/>
                </a:cubicBezTo>
                <a:cubicBezTo>
                  <a:pt x="228272" y="183329"/>
                  <a:pt x="196029" y="187544"/>
                  <a:pt x="165428" y="190993"/>
                </a:cubicBezTo>
                <a:cubicBezTo>
                  <a:pt x="170465" y="195317"/>
                  <a:pt x="174734" y="203528"/>
                  <a:pt x="174734" y="216393"/>
                </a:cubicBezTo>
                <a:cubicBezTo>
                  <a:pt x="174734" y="234841"/>
                  <a:pt x="174570" y="257668"/>
                  <a:pt x="174570" y="262156"/>
                </a:cubicBezTo>
                <a:cubicBezTo>
                  <a:pt x="174570" y="265715"/>
                  <a:pt x="177088" y="270039"/>
                  <a:pt x="184041" y="268780"/>
                </a:cubicBezTo>
                <a:cubicBezTo>
                  <a:pt x="238782" y="250606"/>
                  <a:pt x="275897" y="198656"/>
                  <a:pt x="275897" y="137948"/>
                </a:cubicBezTo>
                <a:cubicBezTo>
                  <a:pt x="275897" y="62022"/>
                  <a:pt x="214313" y="4379"/>
                  <a:pt x="138386" y="4379"/>
                </a:cubicBezTo>
                <a:close/>
                <a:moveTo>
                  <a:pt x="57588" y="193182"/>
                </a:moveTo>
                <a:cubicBezTo>
                  <a:pt x="56876" y="193730"/>
                  <a:pt x="57041" y="194989"/>
                  <a:pt x="57971" y="196029"/>
                </a:cubicBezTo>
                <a:cubicBezTo>
                  <a:pt x="58847" y="196905"/>
                  <a:pt x="60106" y="197288"/>
                  <a:pt x="60818" y="196576"/>
                </a:cubicBezTo>
                <a:cubicBezTo>
                  <a:pt x="61529" y="196029"/>
                  <a:pt x="61365" y="194770"/>
                  <a:pt x="60434" y="193730"/>
                </a:cubicBezTo>
                <a:cubicBezTo>
                  <a:pt x="59559" y="192854"/>
                  <a:pt x="58300" y="192471"/>
                  <a:pt x="57588" y="193182"/>
                </a:cubicBezTo>
                <a:close/>
                <a:moveTo>
                  <a:pt x="51676" y="188748"/>
                </a:moveTo>
                <a:cubicBezTo>
                  <a:pt x="51293" y="189460"/>
                  <a:pt x="51840" y="190336"/>
                  <a:pt x="52935" y="190883"/>
                </a:cubicBezTo>
                <a:cubicBezTo>
                  <a:pt x="53811" y="191431"/>
                  <a:pt x="54906" y="191266"/>
                  <a:pt x="55289" y="190500"/>
                </a:cubicBezTo>
                <a:cubicBezTo>
                  <a:pt x="55672" y="189788"/>
                  <a:pt x="55125" y="188913"/>
                  <a:pt x="54030" y="188365"/>
                </a:cubicBezTo>
                <a:cubicBezTo>
                  <a:pt x="52935" y="188037"/>
                  <a:pt x="52059" y="188201"/>
                  <a:pt x="51676" y="188748"/>
                </a:cubicBezTo>
                <a:close/>
                <a:moveTo>
                  <a:pt x="69412" y="208236"/>
                </a:moveTo>
                <a:cubicBezTo>
                  <a:pt x="68536" y="208948"/>
                  <a:pt x="68865" y="210590"/>
                  <a:pt x="70124" y="211630"/>
                </a:cubicBezTo>
                <a:cubicBezTo>
                  <a:pt x="71383" y="212889"/>
                  <a:pt x="72970" y="213053"/>
                  <a:pt x="73682" y="212178"/>
                </a:cubicBezTo>
                <a:cubicBezTo>
                  <a:pt x="74394" y="211466"/>
                  <a:pt x="74065" y="209824"/>
                  <a:pt x="72970" y="208784"/>
                </a:cubicBezTo>
                <a:cubicBezTo>
                  <a:pt x="71766" y="207525"/>
                  <a:pt x="70124" y="207360"/>
                  <a:pt x="69412" y="208236"/>
                </a:cubicBezTo>
                <a:close/>
                <a:moveTo>
                  <a:pt x="63172" y="200189"/>
                </a:moveTo>
                <a:cubicBezTo>
                  <a:pt x="62296" y="200737"/>
                  <a:pt x="62296" y="202160"/>
                  <a:pt x="63172" y="203419"/>
                </a:cubicBezTo>
                <a:cubicBezTo>
                  <a:pt x="64047" y="204678"/>
                  <a:pt x="65525" y="205225"/>
                  <a:pt x="66237" y="204678"/>
                </a:cubicBezTo>
                <a:cubicBezTo>
                  <a:pt x="67113" y="203966"/>
                  <a:pt x="67113" y="202543"/>
                  <a:pt x="66237" y="201284"/>
                </a:cubicBezTo>
                <a:cubicBezTo>
                  <a:pt x="65471" y="200025"/>
                  <a:pt x="64047" y="199478"/>
                  <a:pt x="63172" y="20018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5069490" y="1653628"/>
            <a:ext cx="812800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38869" y="2218851"/>
            <a:ext cx="3316598" cy="1093076"/>
          </a:xfrm>
          <a:custGeom>
            <a:avLst/>
            <a:gdLst/>
            <a:ahLst/>
            <a:cxnLst/>
            <a:rect l="l" t="t" r="r" b="b"/>
            <a:pathLst>
              <a:path w="3316598" h="1093076">
                <a:moveTo>
                  <a:pt x="112106" y="0"/>
                </a:moveTo>
                <a:lnTo>
                  <a:pt x="3204492" y="0"/>
                </a:lnTo>
                <a:cubicBezTo>
                  <a:pt x="3266406" y="0"/>
                  <a:pt x="3316598" y="50192"/>
                  <a:pt x="3316598" y="112106"/>
                </a:cubicBezTo>
                <a:lnTo>
                  <a:pt x="3316598" y="980970"/>
                </a:lnTo>
                <a:cubicBezTo>
                  <a:pt x="3316598" y="1042884"/>
                  <a:pt x="3266406" y="1093076"/>
                  <a:pt x="3204492" y="1093076"/>
                </a:cubicBezTo>
                <a:lnTo>
                  <a:pt x="112106" y="1093076"/>
                </a:lnTo>
                <a:cubicBezTo>
                  <a:pt x="50192" y="1093076"/>
                  <a:pt x="0" y="1042884"/>
                  <a:pt x="0" y="980970"/>
                </a:cubicBezTo>
                <a:lnTo>
                  <a:pt x="0" y="112106"/>
                </a:lnTo>
                <a:cubicBezTo>
                  <a:pt x="0" y="50192"/>
                  <a:pt x="50192" y="0"/>
                  <a:pt x="112106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3021" y="2373002"/>
            <a:ext cx="308303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93021" y="2634593"/>
            <a:ext cx="3092377" cy="52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Plataforma web para almacenar repositorios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8869" y="3433379"/>
            <a:ext cx="3316598" cy="831485"/>
          </a:xfrm>
          <a:custGeom>
            <a:avLst/>
            <a:gdLst/>
            <a:ahLst/>
            <a:cxnLst/>
            <a:rect l="l" t="t" r="r" b="b"/>
            <a:pathLst>
              <a:path w="3316598" h="831485">
                <a:moveTo>
                  <a:pt x="112109" y="0"/>
                </a:moveTo>
                <a:lnTo>
                  <a:pt x="3204489" y="0"/>
                </a:lnTo>
                <a:cubicBezTo>
                  <a:pt x="3266405" y="0"/>
                  <a:pt x="3316598" y="50193"/>
                  <a:pt x="3316598" y="112109"/>
                </a:cubicBezTo>
                <a:lnTo>
                  <a:pt x="3316598" y="719376"/>
                </a:lnTo>
                <a:cubicBezTo>
                  <a:pt x="3316598" y="781292"/>
                  <a:pt x="3266405" y="831485"/>
                  <a:pt x="3204489" y="831485"/>
                </a:cubicBezTo>
                <a:lnTo>
                  <a:pt x="112109" y="831485"/>
                </a:lnTo>
                <a:cubicBezTo>
                  <a:pt x="50193" y="831485"/>
                  <a:pt x="0" y="781292"/>
                  <a:pt x="0" y="719376"/>
                </a:cubicBezTo>
                <a:lnTo>
                  <a:pt x="0" y="112109"/>
                </a:lnTo>
                <a:cubicBezTo>
                  <a:pt x="0" y="50234"/>
                  <a:pt x="50234" y="0"/>
                  <a:pt x="11210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3021" y="3587531"/>
            <a:ext cx="308303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Funcionamiento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93021" y="3849122"/>
            <a:ext cx="309237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Permite colaboración en línea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38869" y="4386317"/>
            <a:ext cx="3316598" cy="831485"/>
          </a:xfrm>
          <a:custGeom>
            <a:avLst/>
            <a:gdLst/>
            <a:ahLst/>
            <a:cxnLst/>
            <a:rect l="l" t="t" r="r" b="b"/>
            <a:pathLst>
              <a:path w="3316598" h="831485">
                <a:moveTo>
                  <a:pt x="112109" y="0"/>
                </a:moveTo>
                <a:lnTo>
                  <a:pt x="3204489" y="0"/>
                </a:lnTo>
                <a:cubicBezTo>
                  <a:pt x="3266405" y="0"/>
                  <a:pt x="3316598" y="50193"/>
                  <a:pt x="3316598" y="112109"/>
                </a:cubicBezTo>
                <a:lnTo>
                  <a:pt x="3316598" y="719376"/>
                </a:lnTo>
                <a:cubicBezTo>
                  <a:pt x="3316598" y="781292"/>
                  <a:pt x="3266405" y="831485"/>
                  <a:pt x="3204489" y="831485"/>
                </a:cubicBezTo>
                <a:lnTo>
                  <a:pt x="112109" y="831485"/>
                </a:lnTo>
                <a:cubicBezTo>
                  <a:pt x="50193" y="831485"/>
                  <a:pt x="0" y="781292"/>
                  <a:pt x="0" y="719376"/>
                </a:cubicBezTo>
                <a:lnTo>
                  <a:pt x="0" y="112109"/>
                </a:lnTo>
                <a:cubicBezTo>
                  <a:pt x="0" y="50234"/>
                  <a:pt x="50234" y="0"/>
                  <a:pt x="11210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3021" y="4540469"/>
            <a:ext cx="308303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Interfaz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93021" y="4802060"/>
            <a:ext cx="309237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Aplicación web (navegador)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38869" y="5376625"/>
            <a:ext cx="3316598" cy="457784"/>
          </a:xfrm>
          <a:custGeom>
            <a:avLst/>
            <a:gdLst/>
            <a:ahLst/>
            <a:cxnLst/>
            <a:rect l="l" t="t" r="r" b="b"/>
            <a:pathLst>
              <a:path w="3316598" h="457784">
                <a:moveTo>
                  <a:pt x="112111" y="0"/>
                </a:moveTo>
                <a:lnTo>
                  <a:pt x="3204486" y="0"/>
                </a:lnTo>
                <a:cubicBezTo>
                  <a:pt x="3266404" y="0"/>
                  <a:pt x="3316598" y="50194"/>
                  <a:pt x="3316598" y="112111"/>
                </a:cubicBezTo>
                <a:lnTo>
                  <a:pt x="3316598" y="345673"/>
                </a:lnTo>
                <a:cubicBezTo>
                  <a:pt x="3316598" y="407590"/>
                  <a:pt x="3266404" y="457784"/>
                  <a:pt x="3204486" y="457784"/>
                </a:cubicBezTo>
                <a:lnTo>
                  <a:pt x="112111" y="457784"/>
                </a:lnTo>
                <a:cubicBezTo>
                  <a:pt x="50194" y="457784"/>
                  <a:pt x="0" y="407590"/>
                  <a:pt x="0" y="345673"/>
                </a:cubicBezTo>
                <a:lnTo>
                  <a:pt x="0" y="112111"/>
                </a:lnTo>
                <a:cubicBezTo>
                  <a:pt x="0" y="50235"/>
                  <a:pt x="50235" y="0"/>
                  <a:pt x="11211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9408" y="5530777"/>
            <a:ext cx="168166" cy="149480"/>
          </a:xfrm>
          <a:custGeom>
            <a:avLst/>
            <a:gdLst/>
            <a:ahLst/>
            <a:cxnLst/>
            <a:rect l="l" t="t" r="r" b="b"/>
            <a:pathLst>
              <a:path w="168166" h="149480">
                <a:moveTo>
                  <a:pt x="0" y="98097"/>
                </a:moveTo>
                <a:cubicBezTo>
                  <a:pt x="0" y="121307"/>
                  <a:pt x="18831" y="140138"/>
                  <a:pt x="42041" y="140138"/>
                </a:cubicBezTo>
                <a:lnTo>
                  <a:pt x="130795" y="140138"/>
                </a:lnTo>
                <a:cubicBezTo>
                  <a:pt x="151437" y="140138"/>
                  <a:pt x="168166" y="123409"/>
                  <a:pt x="168166" y="102768"/>
                </a:cubicBezTo>
                <a:cubicBezTo>
                  <a:pt x="168166" y="87703"/>
                  <a:pt x="159261" y="74711"/>
                  <a:pt x="146415" y="68814"/>
                </a:cubicBezTo>
                <a:cubicBezTo>
                  <a:pt x="148371" y="64989"/>
                  <a:pt x="149480" y="60639"/>
                  <a:pt x="149480" y="56055"/>
                </a:cubicBezTo>
                <a:cubicBezTo>
                  <a:pt x="149480" y="40582"/>
                  <a:pt x="136926" y="28028"/>
                  <a:pt x="121453" y="28028"/>
                </a:cubicBezTo>
                <a:cubicBezTo>
                  <a:pt x="116285" y="28028"/>
                  <a:pt x="111468" y="29429"/>
                  <a:pt x="107322" y="31852"/>
                </a:cubicBezTo>
                <a:cubicBezTo>
                  <a:pt x="100286" y="18481"/>
                  <a:pt x="86243" y="9343"/>
                  <a:pt x="70069" y="9343"/>
                </a:cubicBezTo>
                <a:cubicBezTo>
                  <a:pt x="46859" y="9343"/>
                  <a:pt x="28028" y="28174"/>
                  <a:pt x="28028" y="51384"/>
                </a:cubicBezTo>
                <a:cubicBezTo>
                  <a:pt x="28028" y="53720"/>
                  <a:pt x="28232" y="56026"/>
                  <a:pt x="28582" y="58245"/>
                </a:cubicBezTo>
                <a:cubicBezTo>
                  <a:pt x="11970" y="63850"/>
                  <a:pt x="0" y="79587"/>
                  <a:pt x="0" y="980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4760112" y="5493407"/>
            <a:ext cx="291594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Hosting y colaboración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6979" y="1349995"/>
            <a:ext cx="3708984" cy="4680607"/>
          </a:xfrm>
          <a:custGeom>
            <a:avLst/>
            <a:gdLst/>
            <a:ahLst/>
            <a:cxnLst/>
            <a:rect l="l" t="t" r="r" b="b"/>
            <a:pathLst>
              <a:path w="3708984" h="4680607">
                <a:moveTo>
                  <a:pt x="149472" y="0"/>
                </a:moveTo>
                <a:lnTo>
                  <a:pt x="3559512" y="0"/>
                </a:lnTo>
                <a:cubicBezTo>
                  <a:pt x="3642063" y="0"/>
                  <a:pt x="3708984" y="66921"/>
                  <a:pt x="3708984" y="149472"/>
                </a:cubicBezTo>
                <a:lnTo>
                  <a:pt x="3708984" y="4531135"/>
                </a:lnTo>
                <a:cubicBezTo>
                  <a:pt x="3708984" y="4613686"/>
                  <a:pt x="3642063" y="4680607"/>
                  <a:pt x="3559512" y="4680607"/>
                </a:cubicBezTo>
                <a:lnTo>
                  <a:pt x="149472" y="4680607"/>
                </a:lnTo>
                <a:cubicBezTo>
                  <a:pt x="66921" y="4680607"/>
                  <a:pt x="0" y="4613686"/>
                  <a:pt x="0" y="4531135"/>
                </a:cubicBezTo>
                <a:lnTo>
                  <a:pt x="0" y="149472"/>
                </a:lnTo>
                <a:cubicBezTo>
                  <a:pt x="0" y="66976"/>
                  <a:pt x="66976" y="0"/>
                  <a:pt x="1494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8501" y="1541517"/>
            <a:ext cx="523182" cy="523182"/>
          </a:xfrm>
          <a:custGeom>
            <a:avLst/>
            <a:gdLst/>
            <a:ahLst/>
            <a:cxnLst/>
            <a:rect l="l" t="t" r="r" b="b"/>
            <a:pathLst>
              <a:path w="523182" h="523182">
                <a:moveTo>
                  <a:pt x="112113" y="0"/>
                </a:moveTo>
                <a:lnTo>
                  <a:pt x="411069" y="0"/>
                </a:lnTo>
                <a:cubicBezTo>
                  <a:pt x="472987" y="0"/>
                  <a:pt x="523182" y="50195"/>
                  <a:pt x="523182" y="112113"/>
                </a:cubicBezTo>
                <a:lnTo>
                  <a:pt x="523182" y="411069"/>
                </a:lnTo>
                <a:cubicBezTo>
                  <a:pt x="523182" y="472987"/>
                  <a:pt x="472987" y="523182"/>
                  <a:pt x="411069" y="523182"/>
                </a:cubicBezTo>
                <a:lnTo>
                  <a:pt x="112113" y="523182"/>
                </a:lnTo>
                <a:cubicBezTo>
                  <a:pt x="50195" y="523182"/>
                  <a:pt x="0" y="472987"/>
                  <a:pt x="0" y="411069"/>
                </a:cubicBezTo>
                <a:lnTo>
                  <a:pt x="0" y="112113"/>
                </a:lnTo>
                <a:cubicBezTo>
                  <a:pt x="0" y="50195"/>
                  <a:pt x="50195" y="0"/>
                  <a:pt x="11211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22290" y="1662970"/>
            <a:ext cx="280276" cy="280276"/>
          </a:xfrm>
          <a:custGeom>
            <a:avLst/>
            <a:gdLst/>
            <a:ahLst/>
            <a:cxnLst/>
            <a:rect l="l" t="t" r="r" b="b"/>
            <a:pathLst>
              <a:path w="280276" h="280276">
                <a:moveTo>
                  <a:pt x="35034" y="17517"/>
                </a:moveTo>
                <a:cubicBezTo>
                  <a:pt x="15711" y="17517"/>
                  <a:pt x="0" y="33228"/>
                  <a:pt x="0" y="52552"/>
                </a:cubicBezTo>
                <a:lnTo>
                  <a:pt x="0" y="192690"/>
                </a:lnTo>
                <a:cubicBezTo>
                  <a:pt x="0" y="212013"/>
                  <a:pt x="15711" y="227724"/>
                  <a:pt x="35034" y="227724"/>
                </a:cubicBezTo>
                <a:lnTo>
                  <a:pt x="113862" y="227724"/>
                </a:lnTo>
                <a:lnTo>
                  <a:pt x="105103" y="254000"/>
                </a:lnTo>
                <a:lnTo>
                  <a:pt x="65690" y="254000"/>
                </a:lnTo>
                <a:cubicBezTo>
                  <a:pt x="58409" y="254000"/>
                  <a:pt x="52552" y="259857"/>
                  <a:pt x="52552" y="267138"/>
                </a:cubicBezTo>
                <a:cubicBezTo>
                  <a:pt x="52552" y="274419"/>
                  <a:pt x="58409" y="280276"/>
                  <a:pt x="65690" y="280276"/>
                </a:cubicBezTo>
                <a:lnTo>
                  <a:pt x="214586" y="280276"/>
                </a:lnTo>
                <a:cubicBezTo>
                  <a:pt x="221867" y="280276"/>
                  <a:pt x="227724" y="274419"/>
                  <a:pt x="227724" y="267138"/>
                </a:cubicBezTo>
                <a:cubicBezTo>
                  <a:pt x="227724" y="259857"/>
                  <a:pt x="221867" y="254000"/>
                  <a:pt x="214586" y="254000"/>
                </a:cubicBezTo>
                <a:lnTo>
                  <a:pt x="175172" y="254000"/>
                </a:lnTo>
                <a:lnTo>
                  <a:pt x="166414" y="227724"/>
                </a:lnTo>
                <a:lnTo>
                  <a:pt x="245241" y="227724"/>
                </a:lnTo>
                <a:cubicBezTo>
                  <a:pt x="264565" y="227724"/>
                  <a:pt x="280276" y="212013"/>
                  <a:pt x="280276" y="192690"/>
                </a:cubicBezTo>
                <a:lnTo>
                  <a:pt x="280276" y="52552"/>
                </a:lnTo>
                <a:cubicBezTo>
                  <a:pt x="280276" y="33228"/>
                  <a:pt x="264565" y="17517"/>
                  <a:pt x="245241" y="17517"/>
                </a:cubicBezTo>
                <a:lnTo>
                  <a:pt x="35034" y="17517"/>
                </a:lnTo>
                <a:close/>
                <a:moveTo>
                  <a:pt x="52552" y="52552"/>
                </a:moveTo>
                <a:lnTo>
                  <a:pt x="227724" y="52552"/>
                </a:lnTo>
                <a:cubicBezTo>
                  <a:pt x="237413" y="52552"/>
                  <a:pt x="245241" y="60380"/>
                  <a:pt x="245241" y="70069"/>
                </a:cubicBezTo>
                <a:lnTo>
                  <a:pt x="245241" y="157655"/>
                </a:lnTo>
                <a:cubicBezTo>
                  <a:pt x="245241" y="167344"/>
                  <a:pt x="237413" y="175172"/>
                  <a:pt x="227724" y="175172"/>
                </a:cubicBezTo>
                <a:lnTo>
                  <a:pt x="52552" y="175172"/>
                </a:lnTo>
                <a:cubicBezTo>
                  <a:pt x="42863" y="175172"/>
                  <a:pt x="35034" y="167344"/>
                  <a:pt x="35034" y="157655"/>
                </a:cubicBezTo>
                <a:lnTo>
                  <a:pt x="35034" y="70069"/>
                </a:lnTo>
                <a:cubicBezTo>
                  <a:pt x="35034" y="60380"/>
                  <a:pt x="42863" y="52552"/>
                  <a:pt x="52552" y="5255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8933793" y="1653628"/>
            <a:ext cx="169099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Desktop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03172" y="2218851"/>
            <a:ext cx="3316598" cy="831485"/>
          </a:xfrm>
          <a:custGeom>
            <a:avLst/>
            <a:gdLst/>
            <a:ahLst/>
            <a:cxnLst/>
            <a:rect l="l" t="t" r="r" b="b"/>
            <a:pathLst>
              <a:path w="3316598" h="831485">
                <a:moveTo>
                  <a:pt x="112109" y="0"/>
                </a:moveTo>
                <a:lnTo>
                  <a:pt x="3204489" y="0"/>
                </a:lnTo>
                <a:cubicBezTo>
                  <a:pt x="3266405" y="0"/>
                  <a:pt x="3316598" y="50193"/>
                  <a:pt x="3316598" y="112109"/>
                </a:cubicBezTo>
                <a:lnTo>
                  <a:pt x="3316598" y="719376"/>
                </a:lnTo>
                <a:cubicBezTo>
                  <a:pt x="3316598" y="781292"/>
                  <a:pt x="3266405" y="831485"/>
                  <a:pt x="3204489" y="831485"/>
                </a:cubicBezTo>
                <a:lnTo>
                  <a:pt x="112109" y="831485"/>
                </a:lnTo>
                <a:cubicBezTo>
                  <a:pt x="50193" y="831485"/>
                  <a:pt x="0" y="781292"/>
                  <a:pt x="0" y="719376"/>
                </a:cubicBezTo>
                <a:lnTo>
                  <a:pt x="0" y="112109"/>
                </a:lnTo>
                <a:cubicBezTo>
                  <a:pt x="0" y="50234"/>
                  <a:pt x="50234" y="0"/>
                  <a:pt x="11210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57324" y="2373002"/>
            <a:ext cx="308303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57324" y="2634593"/>
            <a:ext cx="309237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Aplicación gráfica de escritorio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03172" y="3171789"/>
            <a:ext cx="3316598" cy="831485"/>
          </a:xfrm>
          <a:custGeom>
            <a:avLst/>
            <a:gdLst/>
            <a:ahLst/>
            <a:cxnLst/>
            <a:rect l="l" t="t" r="r" b="b"/>
            <a:pathLst>
              <a:path w="3316598" h="831485">
                <a:moveTo>
                  <a:pt x="112109" y="0"/>
                </a:moveTo>
                <a:lnTo>
                  <a:pt x="3204489" y="0"/>
                </a:lnTo>
                <a:cubicBezTo>
                  <a:pt x="3266405" y="0"/>
                  <a:pt x="3316598" y="50193"/>
                  <a:pt x="3316598" y="112109"/>
                </a:cubicBezTo>
                <a:lnTo>
                  <a:pt x="3316598" y="719376"/>
                </a:lnTo>
                <a:cubicBezTo>
                  <a:pt x="3316598" y="781292"/>
                  <a:pt x="3266405" y="831485"/>
                  <a:pt x="3204489" y="831485"/>
                </a:cubicBezTo>
                <a:lnTo>
                  <a:pt x="112109" y="831485"/>
                </a:lnTo>
                <a:cubicBezTo>
                  <a:pt x="50193" y="831485"/>
                  <a:pt x="0" y="781292"/>
                  <a:pt x="0" y="719376"/>
                </a:cubicBezTo>
                <a:lnTo>
                  <a:pt x="0" y="112109"/>
                </a:lnTo>
                <a:cubicBezTo>
                  <a:pt x="0" y="50234"/>
                  <a:pt x="50234" y="0"/>
                  <a:pt x="11210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57324" y="3325940"/>
            <a:ext cx="308303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Funcionamiento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57324" y="3587531"/>
            <a:ext cx="309237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Interacción visual con Git y GitHub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03172" y="4124726"/>
            <a:ext cx="3316598" cy="831485"/>
          </a:xfrm>
          <a:custGeom>
            <a:avLst/>
            <a:gdLst/>
            <a:ahLst/>
            <a:cxnLst/>
            <a:rect l="l" t="t" r="r" b="b"/>
            <a:pathLst>
              <a:path w="3316598" h="831485">
                <a:moveTo>
                  <a:pt x="112109" y="0"/>
                </a:moveTo>
                <a:lnTo>
                  <a:pt x="3204489" y="0"/>
                </a:lnTo>
                <a:cubicBezTo>
                  <a:pt x="3266405" y="0"/>
                  <a:pt x="3316598" y="50193"/>
                  <a:pt x="3316598" y="112109"/>
                </a:cubicBezTo>
                <a:lnTo>
                  <a:pt x="3316598" y="719376"/>
                </a:lnTo>
                <a:cubicBezTo>
                  <a:pt x="3316598" y="781292"/>
                  <a:pt x="3266405" y="831485"/>
                  <a:pt x="3204489" y="831485"/>
                </a:cubicBezTo>
                <a:lnTo>
                  <a:pt x="112109" y="831485"/>
                </a:lnTo>
                <a:cubicBezTo>
                  <a:pt x="50193" y="831485"/>
                  <a:pt x="0" y="781292"/>
                  <a:pt x="0" y="719376"/>
                </a:cubicBezTo>
                <a:lnTo>
                  <a:pt x="0" y="112109"/>
                </a:lnTo>
                <a:cubicBezTo>
                  <a:pt x="0" y="50234"/>
                  <a:pt x="50234" y="0"/>
                  <a:pt x="11210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57324" y="4278878"/>
            <a:ext cx="308303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Interfaz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57324" y="4540469"/>
            <a:ext cx="309237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Interfaz gráfica de usuario (GUI)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03172" y="5376625"/>
            <a:ext cx="3316598" cy="457784"/>
          </a:xfrm>
          <a:custGeom>
            <a:avLst/>
            <a:gdLst/>
            <a:ahLst/>
            <a:cxnLst/>
            <a:rect l="l" t="t" r="r" b="b"/>
            <a:pathLst>
              <a:path w="3316598" h="457784">
                <a:moveTo>
                  <a:pt x="112111" y="0"/>
                </a:moveTo>
                <a:lnTo>
                  <a:pt x="3204486" y="0"/>
                </a:lnTo>
                <a:cubicBezTo>
                  <a:pt x="3266404" y="0"/>
                  <a:pt x="3316598" y="50194"/>
                  <a:pt x="3316598" y="112111"/>
                </a:cubicBezTo>
                <a:lnTo>
                  <a:pt x="3316598" y="345673"/>
                </a:lnTo>
                <a:cubicBezTo>
                  <a:pt x="3316598" y="407590"/>
                  <a:pt x="3266404" y="457784"/>
                  <a:pt x="3204486" y="457784"/>
                </a:cubicBezTo>
                <a:lnTo>
                  <a:pt x="112111" y="457784"/>
                </a:lnTo>
                <a:cubicBezTo>
                  <a:pt x="50194" y="457784"/>
                  <a:pt x="0" y="407590"/>
                  <a:pt x="0" y="345673"/>
                </a:cubicBezTo>
                <a:lnTo>
                  <a:pt x="0" y="112111"/>
                </a:lnTo>
                <a:cubicBezTo>
                  <a:pt x="0" y="50235"/>
                  <a:pt x="50235" y="0"/>
                  <a:pt x="11211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27055" y="5530777"/>
            <a:ext cx="130795" cy="149480"/>
          </a:xfrm>
          <a:custGeom>
            <a:avLst/>
            <a:gdLst/>
            <a:ahLst/>
            <a:cxnLst/>
            <a:rect l="l" t="t" r="r" b="b"/>
            <a:pathLst>
              <a:path w="130795" h="149480">
                <a:moveTo>
                  <a:pt x="22568" y="730"/>
                </a:moveTo>
                <a:cubicBezTo>
                  <a:pt x="24933" y="-467"/>
                  <a:pt x="27794" y="-204"/>
                  <a:pt x="29896" y="1401"/>
                </a:cubicBezTo>
                <a:lnTo>
                  <a:pt x="123321" y="71441"/>
                </a:lnTo>
                <a:cubicBezTo>
                  <a:pt x="125745" y="73251"/>
                  <a:pt x="126708" y="76404"/>
                  <a:pt x="125774" y="79266"/>
                </a:cubicBezTo>
                <a:cubicBezTo>
                  <a:pt x="124840" y="82127"/>
                  <a:pt x="122154" y="84054"/>
                  <a:pt x="119117" y="84054"/>
                </a:cubicBezTo>
                <a:lnTo>
                  <a:pt x="74653" y="84054"/>
                </a:lnTo>
                <a:lnTo>
                  <a:pt x="100607" y="135934"/>
                </a:lnTo>
                <a:cubicBezTo>
                  <a:pt x="102914" y="140547"/>
                  <a:pt x="101045" y="146152"/>
                  <a:pt x="96432" y="148459"/>
                </a:cubicBezTo>
                <a:cubicBezTo>
                  <a:pt x="91820" y="150765"/>
                  <a:pt x="86214" y="148897"/>
                  <a:pt x="83908" y="144284"/>
                </a:cubicBezTo>
                <a:lnTo>
                  <a:pt x="57953" y="92403"/>
                </a:lnTo>
                <a:lnTo>
                  <a:pt x="31297" y="127963"/>
                </a:lnTo>
                <a:cubicBezTo>
                  <a:pt x="29487" y="130387"/>
                  <a:pt x="26334" y="131350"/>
                  <a:pt x="23473" y="130416"/>
                </a:cubicBezTo>
                <a:cubicBezTo>
                  <a:pt x="20612" y="129482"/>
                  <a:pt x="18685" y="126796"/>
                  <a:pt x="18685" y="123789"/>
                </a:cubicBezTo>
                <a:lnTo>
                  <a:pt x="18685" y="7007"/>
                </a:lnTo>
                <a:cubicBezTo>
                  <a:pt x="18685" y="4350"/>
                  <a:pt x="20174" y="1927"/>
                  <a:pt x="22568" y="73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1"/>
          <p:cNvSpPr/>
          <p:nvPr/>
        </p:nvSpPr>
        <p:spPr>
          <a:xfrm>
            <a:off x="8624416" y="5493407"/>
            <a:ext cx="291594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Facilidad de uso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78372" y="6189425"/>
            <a:ext cx="11435255" cy="663320"/>
          </a:xfrm>
          <a:custGeom>
            <a:avLst/>
            <a:gdLst/>
            <a:ahLst/>
            <a:cxnLst/>
            <a:rect l="l" t="t" r="r" b="b"/>
            <a:pathLst>
              <a:path w="11435255" h="663320">
                <a:moveTo>
                  <a:pt x="149479" y="0"/>
                </a:moveTo>
                <a:lnTo>
                  <a:pt x="11285776" y="0"/>
                </a:lnTo>
                <a:cubicBezTo>
                  <a:pt x="11368331" y="0"/>
                  <a:pt x="11435255" y="66924"/>
                  <a:pt x="11435255" y="149479"/>
                </a:cubicBezTo>
                <a:lnTo>
                  <a:pt x="11435255" y="513840"/>
                </a:lnTo>
                <a:cubicBezTo>
                  <a:pt x="11435255" y="596395"/>
                  <a:pt x="11368331" y="663320"/>
                  <a:pt x="11285776" y="663320"/>
                </a:cubicBezTo>
                <a:lnTo>
                  <a:pt x="149479" y="663320"/>
                </a:lnTo>
                <a:cubicBezTo>
                  <a:pt x="66979" y="663320"/>
                  <a:pt x="0" y="596340"/>
                  <a:pt x="0" y="513840"/>
                </a:cubicBezTo>
                <a:lnTo>
                  <a:pt x="0" y="149479"/>
                </a:lnTo>
                <a:cubicBezTo>
                  <a:pt x="0" y="66924"/>
                  <a:pt x="66924" y="0"/>
                  <a:pt x="14947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21040" y="6380947"/>
            <a:ext cx="280276" cy="280276"/>
          </a:xfrm>
          <a:custGeom>
            <a:avLst/>
            <a:gdLst/>
            <a:ahLst/>
            <a:cxnLst/>
            <a:rect l="l" t="t" r="r" b="b"/>
            <a:pathLst>
              <a:path w="280276" h="280276">
                <a:moveTo>
                  <a:pt x="275130" y="152509"/>
                </a:moveTo>
                <a:cubicBezTo>
                  <a:pt x="281973" y="145667"/>
                  <a:pt x="281973" y="134554"/>
                  <a:pt x="275130" y="127712"/>
                </a:cubicBezTo>
                <a:lnTo>
                  <a:pt x="187544" y="40125"/>
                </a:lnTo>
                <a:cubicBezTo>
                  <a:pt x="180701" y="33283"/>
                  <a:pt x="169589" y="33283"/>
                  <a:pt x="162746" y="40125"/>
                </a:cubicBezTo>
                <a:cubicBezTo>
                  <a:pt x="155903" y="46968"/>
                  <a:pt x="155903" y="58081"/>
                  <a:pt x="162746" y="64923"/>
                </a:cubicBezTo>
                <a:lnTo>
                  <a:pt x="220444" y="122621"/>
                </a:lnTo>
                <a:lnTo>
                  <a:pt x="17517" y="122621"/>
                </a:lnTo>
                <a:cubicBezTo>
                  <a:pt x="7828" y="122621"/>
                  <a:pt x="0" y="130449"/>
                  <a:pt x="0" y="140138"/>
                </a:cubicBezTo>
                <a:cubicBezTo>
                  <a:pt x="0" y="149827"/>
                  <a:pt x="7828" y="157655"/>
                  <a:pt x="17517" y="157655"/>
                </a:cubicBezTo>
                <a:lnTo>
                  <a:pt x="220444" y="157655"/>
                </a:lnTo>
                <a:lnTo>
                  <a:pt x="162746" y="215353"/>
                </a:lnTo>
                <a:cubicBezTo>
                  <a:pt x="155903" y="222195"/>
                  <a:pt x="155903" y="233308"/>
                  <a:pt x="162746" y="240150"/>
                </a:cubicBezTo>
                <a:cubicBezTo>
                  <a:pt x="169589" y="246993"/>
                  <a:pt x="180701" y="246993"/>
                  <a:pt x="187544" y="240150"/>
                </a:cubicBezTo>
                <a:lnTo>
                  <a:pt x="275130" y="15256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6" name="Text 54"/>
          <p:cNvSpPr/>
          <p:nvPr/>
        </p:nvSpPr>
        <p:spPr>
          <a:xfrm>
            <a:off x="2636783" y="6390290"/>
            <a:ext cx="6913471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Relación:</a:t>
            </a:r>
            <a:pPr algn="ctr">
              <a:lnSpc>
                <a:spcPct val="120000"/>
              </a:lnSpc>
            </a:pPr>
            <a:r>
              <a:rPr lang="en-US" sz="147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Git es la </a:t>
            </a:r>
            <a:pPr algn="ctr">
              <a:lnSpc>
                <a:spcPct val="120000"/>
              </a:lnSpc>
            </a:pPr>
            <a:r>
              <a:rPr lang="en-US" sz="1471" dirty="0">
                <a:solidFill>
                  <a:srgbClr val="EFEFEF"/>
                </a:solidFill>
                <a:highlight>
                  <a:srgbClr val="6366F1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tecnología base </a:t>
            </a:r>
            <a:pPr algn="ctr">
              <a:lnSpc>
                <a:spcPct val="120000"/>
              </a:lnSpc>
            </a:pPr>
            <a:r>
              <a:rPr lang="en-US" sz="147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 utilizan tanto GitHub como GitHub Desktop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694187" y="6380947"/>
            <a:ext cx="280276" cy="280276"/>
          </a:xfrm>
          <a:custGeom>
            <a:avLst/>
            <a:gdLst/>
            <a:ahLst/>
            <a:cxnLst/>
            <a:rect l="l" t="t" r="r" b="b"/>
            <a:pathLst>
              <a:path w="280276" h="280276">
                <a:moveTo>
                  <a:pt x="5146" y="127766"/>
                </a:moveTo>
                <a:cubicBezTo>
                  <a:pt x="-1697" y="134609"/>
                  <a:pt x="-1697" y="145722"/>
                  <a:pt x="5146" y="152564"/>
                </a:cubicBezTo>
                <a:lnTo>
                  <a:pt x="92732" y="240150"/>
                </a:lnTo>
                <a:cubicBezTo>
                  <a:pt x="99575" y="246993"/>
                  <a:pt x="110687" y="246993"/>
                  <a:pt x="117530" y="240150"/>
                </a:cubicBezTo>
                <a:cubicBezTo>
                  <a:pt x="124372" y="233308"/>
                  <a:pt x="124372" y="222195"/>
                  <a:pt x="117530" y="215353"/>
                </a:cubicBezTo>
                <a:lnTo>
                  <a:pt x="59832" y="157655"/>
                </a:lnTo>
                <a:lnTo>
                  <a:pt x="262759" y="157655"/>
                </a:lnTo>
                <a:cubicBezTo>
                  <a:pt x="272448" y="157655"/>
                  <a:pt x="280276" y="149827"/>
                  <a:pt x="280276" y="140138"/>
                </a:cubicBezTo>
                <a:cubicBezTo>
                  <a:pt x="280276" y="130449"/>
                  <a:pt x="272448" y="122621"/>
                  <a:pt x="262759" y="122621"/>
                </a:cubicBezTo>
                <a:lnTo>
                  <a:pt x="59832" y="122621"/>
                </a:lnTo>
                <a:lnTo>
                  <a:pt x="117530" y="64923"/>
                </a:lnTo>
                <a:cubicBezTo>
                  <a:pt x="124372" y="58081"/>
                  <a:pt x="124372" y="46968"/>
                  <a:pt x="117530" y="40125"/>
                </a:cubicBezTo>
                <a:cubicBezTo>
                  <a:pt x="110687" y="33283"/>
                  <a:pt x="99575" y="33283"/>
                  <a:pt x="92732" y="40125"/>
                </a:cubicBezTo>
                <a:lnTo>
                  <a:pt x="5146" y="127712"/>
                </a:lnTo>
                <a:close/>
              </a:path>
            </a:pathLst>
          </a:custGeom>
          <a:solidFill>
            <a:srgbClr val="6366F1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300" y="49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42863"/>
                </a:moveTo>
                <a:cubicBezTo>
                  <a:pt x="228600" y="65276"/>
                  <a:pt x="202213" y="98718"/>
                  <a:pt x="190827" y="112068"/>
                </a:cubicBezTo>
                <a:cubicBezTo>
                  <a:pt x="189131" y="114032"/>
                  <a:pt x="186630" y="114791"/>
                  <a:pt x="184353" y="114300"/>
                </a:cubicBezTo>
                <a:lnTo>
                  <a:pt x="142875" y="114300"/>
                </a:lnTo>
                <a:cubicBezTo>
                  <a:pt x="134972" y="114300"/>
                  <a:pt x="128588" y="120685"/>
                  <a:pt x="128588" y="128588"/>
                </a:cubicBezTo>
                <a:cubicBezTo>
                  <a:pt x="128588" y="136490"/>
                  <a:pt x="134972" y="142875"/>
                  <a:pt x="142875" y="142875"/>
                </a:cubicBezTo>
                <a:lnTo>
                  <a:pt x="185738" y="142875"/>
                </a:ln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62329" y="228600"/>
                </a:lnTo>
                <a:cubicBezTo>
                  <a:pt x="66214" y="224180"/>
                  <a:pt x="70946" y="218509"/>
                  <a:pt x="75724" y="212169"/>
                </a:cubicBezTo>
                <a:cubicBezTo>
                  <a:pt x="78537" y="208419"/>
                  <a:pt x="81439" y="204311"/>
                  <a:pt x="84207" y="200025"/>
                </a:cubicBezTo>
                <a:lnTo>
                  <a:pt x="185738" y="200025"/>
                </a:lnTo>
                <a:cubicBezTo>
                  <a:pt x="193640" y="200025"/>
                  <a:pt x="200025" y="193640"/>
                  <a:pt x="200025" y="185738"/>
                </a:cubicBezTo>
                <a:cubicBezTo>
                  <a:pt x="200025" y="177835"/>
                  <a:pt x="193640" y="171450"/>
                  <a:pt x="185738" y="171450"/>
                </a:cubicBezTo>
                <a:lnTo>
                  <a:pt x="142875" y="171450"/>
                </a:lnTo>
                <a:cubicBezTo>
                  <a:pt x="119211" y="171450"/>
                  <a:pt x="100013" y="152251"/>
                  <a:pt x="100013" y="128588"/>
                </a:cubicBezTo>
                <a:cubicBezTo>
                  <a:pt x="100013" y="104924"/>
                  <a:pt x="119211" y="85725"/>
                  <a:pt x="142875" y="85725"/>
                </a:cubicBezTo>
                <a:lnTo>
                  <a:pt x="160645" y="85725"/>
                </a:lnTo>
                <a:cubicBezTo>
                  <a:pt x="151269" y="71661"/>
                  <a:pt x="142875" y="55498"/>
                  <a:pt x="142875" y="42863"/>
                </a:cubicBezTo>
                <a:cubicBezTo>
                  <a:pt x="142875" y="19199"/>
                  <a:pt x="162074" y="0"/>
                  <a:pt x="185738" y="0"/>
                </a:cubicBezTo>
                <a:cubicBezTo>
                  <a:pt x="209401" y="0"/>
                  <a:pt x="228600" y="19199"/>
                  <a:pt x="228600" y="42863"/>
                </a:cubicBezTo>
                <a:close/>
                <a:moveTo>
                  <a:pt x="52283" y="218376"/>
                </a:moveTo>
                <a:cubicBezTo>
                  <a:pt x="50587" y="220295"/>
                  <a:pt x="49069" y="221992"/>
                  <a:pt x="47774" y="223421"/>
                </a:cubicBezTo>
                <a:lnTo>
                  <a:pt x="46970" y="224314"/>
                </a:lnTo>
                <a:lnTo>
                  <a:pt x="46881" y="224224"/>
                </a:lnTo>
                <a:cubicBezTo>
                  <a:pt x="44202" y="226278"/>
                  <a:pt x="40362" y="226010"/>
                  <a:pt x="37951" y="223421"/>
                </a:cubicBezTo>
                <a:cubicBezTo>
                  <a:pt x="26700" y="211187"/>
                  <a:pt x="0" y="179710"/>
                  <a:pt x="0" y="157163"/>
                </a:cubicBezTo>
                <a:cubicBezTo>
                  <a:pt x="0" y="133499"/>
                  <a:pt x="19199" y="114300"/>
                  <a:pt x="42863" y="114300"/>
                </a:cubicBezTo>
                <a:cubicBezTo>
                  <a:pt x="66526" y="114300"/>
                  <a:pt x="85725" y="133499"/>
                  <a:pt x="85725" y="157163"/>
                </a:cubicBezTo>
                <a:cubicBezTo>
                  <a:pt x="85725" y="170557"/>
                  <a:pt x="76304" y="187077"/>
                  <a:pt x="66303" y="200873"/>
                </a:cubicBezTo>
                <a:cubicBezTo>
                  <a:pt x="61526" y="207437"/>
                  <a:pt x="56614" y="213375"/>
                  <a:pt x="52551" y="218063"/>
                </a:cubicBezTo>
                <a:lnTo>
                  <a:pt x="52283" y="218376"/>
                </a:lnTo>
                <a:close/>
                <a:moveTo>
                  <a:pt x="57150" y="157163"/>
                </a:moveTo>
                <a:cubicBezTo>
                  <a:pt x="57150" y="149277"/>
                  <a:pt x="50748" y="142875"/>
                  <a:pt x="42863" y="142875"/>
                </a:cubicBezTo>
                <a:cubicBezTo>
                  <a:pt x="34977" y="142875"/>
                  <a:pt x="28575" y="149277"/>
                  <a:pt x="28575" y="157163"/>
                </a:cubicBezTo>
                <a:cubicBezTo>
                  <a:pt x="28575" y="165048"/>
                  <a:pt x="34977" y="171450"/>
                  <a:pt x="42863" y="171450"/>
                </a:cubicBezTo>
                <a:cubicBezTo>
                  <a:pt x="50748" y="171450"/>
                  <a:pt x="57150" y="165048"/>
                  <a:pt x="57150" y="157163"/>
                </a:cubicBezTo>
                <a:close/>
                <a:moveTo>
                  <a:pt x="185738" y="57150"/>
                </a:moveTo>
                <a:cubicBezTo>
                  <a:pt x="193623" y="57150"/>
                  <a:pt x="200025" y="50748"/>
                  <a:pt x="200025" y="42863"/>
                </a:cubicBezTo>
                <a:cubicBezTo>
                  <a:pt x="200025" y="34977"/>
                  <a:pt x="193623" y="28575"/>
                  <a:pt x="185738" y="28575"/>
                </a:cubicBezTo>
                <a:cubicBezTo>
                  <a:pt x="177852" y="28575"/>
                  <a:pt x="171450" y="34977"/>
                  <a:pt x="171450" y="42863"/>
                </a:cubicBezTo>
                <a:cubicBezTo>
                  <a:pt x="171450" y="50748"/>
                  <a:pt x="177852" y="57150"/>
                  <a:pt x="185738" y="571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419100"/>
            <a:ext cx="5105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Flujo de trabajo básico en GitHub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914400"/>
            <a:ext cx="1095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Proceso típico en proyectos de software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338263"/>
            <a:ext cx="2762250" cy="1647825"/>
          </a:xfrm>
          <a:custGeom>
            <a:avLst/>
            <a:gdLst/>
            <a:ahLst/>
            <a:cxnLst/>
            <a:rect l="l" t="t" r="r" b="b"/>
            <a:pathLst>
              <a:path w="2762250" h="1647825">
                <a:moveTo>
                  <a:pt x="114293" y="0"/>
                </a:moveTo>
                <a:lnTo>
                  <a:pt x="2647957" y="0"/>
                </a:lnTo>
                <a:cubicBezTo>
                  <a:pt x="2711037" y="0"/>
                  <a:pt x="2762250" y="51213"/>
                  <a:pt x="2762250" y="114293"/>
                </a:cubicBezTo>
                <a:lnTo>
                  <a:pt x="2762250" y="1533532"/>
                </a:lnTo>
                <a:cubicBezTo>
                  <a:pt x="2762250" y="1596612"/>
                  <a:pt x="2711037" y="1647825"/>
                  <a:pt x="2647957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8288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681163" y="1590675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2588" y="2028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8588" y="200025"/>
                </a:moveTo>
                <a:lnTo>
                  <a:pt x="28575" y="200025"/>
                </a:lnTo>
                <a:lnTo>
                  <a:pt x="28575" y="100013"/>
                </a:lnTo>
                <a:lnTo>
                  <a:pt x="50006" y="100013"/>
                </a:lnTo>
                <a:lnTo>
                  <a:pt x="50006" y="71438"/>
                </a:lnTo>
                <a:lnTo>
                  <a:pt x="28575" y="71438"/>
                </a:lnTo>
                <a:cubicBezTo>
                  <a:pt x="12814" y="71438"/>
                  <a:pt x="0" y="84252"/>
                  <a:pt x="0" y="100013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28588" y="228600"/>
                </a:lnTo>
                <a:cubicBezTo>
                  <a:pt x="144348" y="228600"/>
                  <a:pt x="157163" y="215786"/>
                  <a:pt x="157163" y="200025"/>
                </a:cubicBezTo>
                <a:lnTo>
                  <a:pt x="157163" y="178594"/>
                </a:lnTo>
                <a:lnTo>
                  <a:pt x="128588" y="178594"/>
                </a:lnTo>
                <a:lnTo>
                  <a:pt x="128588" y="200025"/>
                </a:lnTo>
                <a:close/>
                <a:moveTo>
                  <a:pt x="100013" y="157163"/>
                </a:moveTo>
                <a:lnTo>
                  <a:pt x="200025" y="157163"/>
                </a:lnTo>
                <a:cubicBezTo>
                  <a:pt x="215786" y="157163"/>
                  <a:pt x="228600" y="144348"/>
                  <a:pt x="228600" y="128588"/>
                </a:cubicBezTo>
                <a:lnTo>
                  <a:pt x="228600" y="28575"/>
                </a:lnTo>
                <a:cubicBezTo>
                  <a:pt x="228600" y="12814"/>
                  <a:pt x="215786" y="0"/>
                  <a:pt x="200025" y="0"/>
                </a:cubicBezTo>
                <a:lnTo>
                  <a:pt x="100013" y="0"/>
                </a:lnTo>
                <a:cubicBezTo>
                  <a:pt x="84252" y="0"/>
                  <a:pt x="71438" y="12814"/>
                  <a:pt x="71438" y="28575"/>
                </a:cubicBezTo>
                <a:lnTo>
                  <a:pt x="71438" y="128588"/>
                </a:lnTo>
                <a:cubicBezTo>
                  <a:pt x="71438" y="144348"/>
                  <a:pt x="84252" y="157163"/>
                  <a:pt x="100013" y="1571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476226" y="2333625"/>
            <a:ext cx="581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Clonar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6367" y="2638425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Descargar el repositorio localmente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1838" y="1338263"/>
            <a:ext cx="2762250" cy="1647825"/>
          </a:xfrm>
          <a:custGeom>
            <a:avLst/>
            <a:gdLst/>
            <a:ahLst/>
            <a:cxnLst/>
            <a:rect l="l" t="t" r="r" b="b"/>
            <a:pathLst>
              <a:path w="2762250" h="1647825">
                <a:moveTo>
                  <a:pt x="114293" y="0"/>
                </a:moveTo>
                <a:lnTo>
                  <a:pt x="2647957" y="0"/>
                </a:lnTo>
                <a:cubicBezTo>
                  <a:pt x="2711037" y="0"/>
                  <a:pt x="2762250" y="51213"/>
                  <a:pt x="2762250" y="114293"/>
                </a:cubicBezTo>
                <a:lnTo>
                  <a:pt x="2762250" y="1533532"/>
                </a:lnTo>
                <a:cubicBezTo>
                  <a:pt x="2762250" y="1596612"/>
                  <a:pt x="2711037" y="1647825"/>
                  <a:pt x="2647957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4363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549973" y="15906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52950" y="20288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171355" y="2333625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Crear Rama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1945" y="2638425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Nueva rama para la funcionalidad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57913" y="1338263"/>
            <a:ext cx="2762250" cy="1647825"/>
          </a:xfrm>
          <a:custGeom>
            <a:avLst/>
            <a:gdLst/>
            <a:ahLst/>
            <a:cxnLst/>
            <a:rect l="l" t="t" r="r" b="b"/>
            <a:pathLst>
              <a:path w="2762250" h="1647825">
                <a:moveTo>
                  <a:pt x="114293" y="0"/>
                </a:moveTo>
                <a:lnTo>
                  <a:pt x="2647957" y="0"/>
                </a:lnTo>
                <a:cubicBezTo>
                  <a:pt x="2711037" y="0"/>
                  <a:pt x="2762250" y="51213"/>
                  <a:pt x="2762250" y="114293"/>
                </a:cubicBezTo>
                <a:lnTo>
                  <a:pt x="2762250" y="1533532"/>
                </a:lnTo>
                <a:cubicBezTo>
                  <a:pt x="2762250" y="1596612"/>
                  <a:pt x="2711037" y="1647825"/>
                  <a:pt x="2647957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0438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435155" y="15906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24737" y="2028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562" y="9689"/>
                </a:moveTo>
                <a:cubicBezTo>
                  <a:pt x="200784" y="-89"/>
                  <a:pt x="184978" y="-89"/>
                  <a:pt x="175200" y="9689"/>
                </a:cubicBezTo>
                <a:lnTo>
                  <a:pt x="164306" y="20583"/>
                </a:lnTo>
                <a:lnTo>
                  <a:pt x="208017" y="64294"/>
                </a:lnTo>
                <a:lnTo>
                  <a:pt x="218911" y="53400"/>
                </a:lnTo>
                <a:cubicBezTo>
                  <a:pt x="228689" y="43622"/>
                  <a:pt x="228689" y="27816"/>
                  <a:pt x="218911" y="18038"/>
                </a:cubicBezTo>
                <a:lnTo>
                  <a:pt x="210562" y="9689"/>
                </a:lnTo>
                <a:close/>
                <a:moveTo>
                  <a:pt x="76974" y="107915"/>
                </a:moveTo>
                <a:cubicBezTo>
                  <a:pt x="74250" y="110639"/>
                  <a:pt x="72152" y="113987"/>
                  <a:pt x="70946" y="117693"/>
                </a:cubicBezTo>
                <a:lnTo>
                  <a:pt x="57730" y="157341"/>
                </a:lnTo>
                <a:cubicBezTo>
                  <a:pt x="56436" y="161181"/>
                  <a:pt x="57463" y="165422"/>
                  <a:pt x="60320" y="168325"/>
                </a:cubicBezTo>
                <a:cubicBezTo>
                  <a:pt x="63178" y="171227"/>
                  <a:pt x="67419" y="172209"/>
                  <a:pt x="71304" y="170914"/>
                </a:cubicBezTo>
                <a:lnTo>
                  <a:pt x="110951" y="157698"/>
                </a:lnTo>
                <a:cubicBezTo>
                  <a:pt x="114613" y="156493"/>
                  <a:pt x="117961" y="154394"/>
                  <a:pt x="120729" y="151671"/>
                </a:cubicBezTo>
                <a:lnTo>
                  <a:pt x="192881" y="79430"/>
                </a:lnTo>
                <a:lnTo>
                  <a:pt x="149170" y="35719"/>
                </a:lnTo>
                <a:lnTo>
                  <a:pt x="76974" y="107915"/>
                </a:lnTo>
                <a:close/>
                <a:moveTo>
                  <a:pt x="42863" y="28575"/>
                </a:moveTo>
                <a:cubicBezTo>
                  <a:pt x="19199" y="28575"/>
                  <a:pt x="0" y="47774"/>
                  <a:pt x="0" y="71438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157163" y="228600"/>
                </a:lnTo>
                <a:cubicBezTo>
                  <a:pt x="180826" y="228600"/>
                  <a:pt x="200025" y="209401"/>
                  <a:pt x="200025" y="185738"/>
                </a:cubicBezTo>
                <a:lnTo>
                  <a:pt x="200025" y="142875"/>
                </a:lnTo>
                <a:cubicBezTo>
                  <a:pt x="200025" y="134972"/>
                  <a:pt x="193640" y="128588"/>
                  <a:pt x="185738" y="128588"/>
                </a:cubicBezTo>
                <a:cubicBezTo>
                  <a:pt x="177835" y="128588"/>
                  <a:pt x="171450" y="134972"/>
                  <a:pt x="171450" y="142875"/>
                </a:cubicBezTo>
                <a:lnTo>
                  <a:pt x="171450" y="185738"/>
                </a:lnTo>
                <a:cubicBezTo>
                  <a:pt x="171450" y="193640"/>
                  <a:pt x="165065" y="200025"/>
                  <a:pt x="157163" y="200025"/>
                </a:cubicBezTo>
                <a:lnTo>
                  <a:pt x="42863" y="200025"/>
                </a:lnTo>
                <a:cubicBezTo>
                  <a:pt x="34960" y="200025"/>
                  <a:pt x="28575" y="193640"/>
                  <a:pt x="28575" y="185738"/>
                </a:cubicBezTo>
                <a:lnTo>
                  <a:pt x="28575" y="71438"/>
                </a:lnTo>
                <a:cubicBezTo>
                  <a:pt x="28575" y="63535"/>
                  <a:pt x="34960" y="57150"/>
                  <a:pt x="42863" y="57150"/>
                </a:cubicBezTo>
                <a:lnTo>
                  <a:pt x="85725" y="57150"/>
                </a:lnTo>
                <a:cubicBezTo>
                  <a:pt x="93628" y="57150"/>
                  <a:pt x="100013" y="50765"/>
                  <a:pt x="100013" y="42863"/>
                </a:cubicBezTo>
                <a:cubicBezTo>
                  <a:pt x="100013" y="34960"/>
                  <a:pt x="93628" y="28575"/>
                  <a:pt x="85725" y="28575"/>
                </a:cubicBezTo>
                <a:lnTo>
                  <a:pt x="42863" y="285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6847136" y="2333625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Realizar Cambios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2683" y="2638425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Modificar el código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43988" y="1338263"/>
            <a:ext cx="2762250" cy="1647825"/>
          </a:xfrm>
          <a:custGeom>
            <a:avLst/>
            <a:gdLst/>
            <a:ahLst/>
            <a:cxnLst/>
            <a:rect l="l" t="t" r="r" b="b"/>
            <a:pathLst>
              <a:path w="2762250" h="1647825">
                <a:moveTo>
                  <a:pt x="114293" y="0"/>
                </a:moveTo>
                <a:lnTo>
                  <a:pt x="2647957" y="0"/>
                </a:lnTo>
                <a:cubicBezTo>
                  <a:pt x="2711037" y="0"/>
                  <a:pt x="2762250" y="51213"/>
                  <a:pt x="2762250" y="114293"/>
                </a:cubicBezTo>
                <a:lnTo>
                  <a:pt x="2762250" y="1533532"/>
                </a:lnTo>
                <a:cubicBezTo>
                  <a:pt x="2762250" y="1596612"/>
                  <a:pt x="2711037" y="1647825"/>
                  <a:pt x="2647957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96513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1379" y="15906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310813" y="2028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10037713" y="23336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Commits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79607" y="2638425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Guardar cambios con mensajes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763" y="3148013"/>
            <a:ext cx="2762250" cy="1647825"/>
          </a:xfrm>
          <a:custGeom>
            <a:avLst/>
            <a:gdLst/>
            <a:ahLst/>
            <a:cxnLst/>
            <a:rect l="l" t="t" r="r" b="b"/>
            <a:pathLst>
              <a:path w="2762250" h="1647825">
                <a:moveTo>
                  <a:pt x="114293" y="0"/>
                </a:moveTo>
                <a:lnTo>
                  <a:pt x="2647957" y="0"/>
                </a:lnTo>
                <a:cubicBezTo>
                  <a:pt x="2711037" y="0"/>
                  <a:pt x="2762250" y="51213"/>
                  <a:pt x="2762250" y="114293"/>
                </a:cubicBezTo>
                <a:lnTo>
                  <a:pt x="2762250" y="1533532"/>
                </a:lnTo>
                <a:cubicBezTo>
                  <a:pt x="2762250" y="1596612"/>
                  <a:pt x="2711037" y="1647825"/>
                  <a:pt x="2647957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38288" y="3305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1664345" y="34004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638300" y="38385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64294" y="214313"/>
                </a:moveTo>
                <a:cubicBezTo>
                  <a:pt x="28798" y="214313"/>
                  <a:pt x="0" y="185514"/>
                  <a:pt x="0" y="150019"/>
                </a:cubicBezTo>
                <a:cubicBezTo>
                  <a:pt x="0" y="121712"/>
                  <a:pt x="18306" y="97691"/>
                  <a:pt x="43711" y="89074"/>
                </a:cubicBezTo>
                <a:cubicBezTo>
                  <a:pt x="43130" y="85636"/>
                  <a:pt x="42863" y="82153"/>
                  <a:pt x="42863" y="78581"/>
                </a:cubicBezTo>
                <a:cubicBezTo>
                  <a:pt x="42863" y="43086"/>
                  <a:pt x="71661" y="14288"/>
                  <a:pt x="107156" y="14288"/>
                </a:cubicBezTo>
                <a:cubicBezTo>
                  <a:pt x="131891" y="14288"/>
                  <a:pt x="153367" y="28262"/>
                  <a:pt x="164128" y="48711"/>
                </a:cubicBezTo>
                <a:cubicBezTo>
                  <a:pt x="170468" y="45006"/>
                  <a:pt x="177879" y="42863"/>
                  <a:pt x="185738" y="42863"/>
                </a:cubicBezTo>
                <a:cubicBezTo>
                  <a:pt x="209401" y="42863"/>
                  <a:pt x="228600" y="62061"/>
                  <a:pt x="228600" y="85725"/>
                </a:cubicBezTo>
                <a:cubicBezTo>
                  <a:pt x="228600" y="92735"/>
                  <a:pt x="226903" y="99387"/>
                  <a:pt x="223912" y="105236"/>
                </a:cubicBezTo>
                <a:cubicBezTo>
                  <a:pt x="243557" y="114300"/>
                  <a:pt x="257175" y="134124"/>
                  <a:pt x="257175" y="157163"/>
                </a:cubicBezTo>
                <a:cubicBezTo>
                  <a:pt x="257175" y="188729"/>
                  <a:pt x="231591" y="214313"/>
                  <a:pt x="200025" y="214313"/>
                </a:cubicBezTo>
                <a:lnTo>
                  <a:pt x="64294" y="214313"/>
                </a:lnTo>
                <a:close/>
                <a:moveTo>
                  <a:pt x="136178" y="85279"/>
                </a:moveTo>
                <a:cubicBezTo>
                  <a:pt x="131981" y="81082"/>
                  <a:pt x="125194" y="81082"/>
                  <a:pt x="121042" y="85279"/>
                </a:cubicBezTo>
                <a:lnTo>
                  <a:pt x="88895" y="117425"/>
                </a:lnTo>
                <a:cubicBezTo>
                  <a:pt x="84698" y="121622"/>
                  <a:pt x="84698" y="128409"/>
                  <a:pt x="88895" y="132561"/>
                </a:cubicBezTo>
                <a:cubicBezTo>
                  <a:pt x="93092" y="136714"/>
                  <a:pt x="99879" y="136758"/>
                  <a:pt x="104031" y="132561"/>
                </a:cubicBezTo>
                <a:lnTo>
                  <a:pt x="117872" y="118720"/>
                </a:lnTo>
                <a:lnTo>
                  <a:pt x="117872" y="164306"/>
                </a:lnTo>
                <a:cubicBezTo>
                  <a:pt x="117872" y="170244"/>
                  <a:pt x="122649" y="175022"/>
                  <a:pt x="128588" y="175022"/>
                </a:cubicBezTo>
                <a:cubicBezTo>
                  <a:pt x="134526" y="175022"/>
                  <a:pt x="139303" y="170244"/>
                  <a:pt x="139303" y="164306"/>
                </a:cubicBezTo>
                <a:lnTo>
                  <a:pt x="139303" y="118720"/>
                </a:lnTo>
                <a:lnTo>
                  <a:pt x="153144" y="132561"/>
                </a:lnTo>
                <a:cubicBezTo>
                  <a:pt x="157341" y="136758"/>
                  <a:pt x="164128" y="136758"/>
                  <a:pt x="168280" y="132561"/>
                </a:cubicBezTo>
                <a:cubicBezTo>
                  <a:pt x="172432" y="128364"/>
                  <a:pt x="172477" y="121578"/>
                  <a:pt x="168280" y="117425"/>
                </a:cubicBezTo>
                <a:lnTo>
                  <a:pt x="136133" y="8527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1172319" y="4143375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Subir Cambios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7085" y="4448175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Push al repositorio remoto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1838" y="3148013"/>
            <a:ext cx="2762250" cy="1647825"/>
          </a:xfrm>
          <a:custGeom>
            <a:avLst/>
            <a:gdLst/>
            <a:ahLst/>
            <a:cxnLst/>
            <a:rect l="l" t="t" r="r" b="b"/>
            <a:pathLst>
              <a:path w="2762250" h="1647825">
                <a:moveTo>
                  <a:pt x="114293" y="0"/>
                </a:moveTo>
                <a:lnTo>
                  <a:pt x="2647957" y="0"/>
                </a:lnTo>
                <a:cubicBezTo>
                  <a:pt x="2711037" y="0"/>
                  <a:pt x="2762250" y="51213"/>
                  <a:pt x="2762250" y="114293"/>
                </a:cubicBezTo>
                <a:lnTo>
                  <a:pt x="2762250" y="1533532"/>
                </a:lnTo>
                <a:cubicBezTo>
                  <a:pt x="2762250" y="1596612"/>
                  <a:pt x="2711037" y="1647825"/>
                  <a:pt x="2647957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4363" y="3305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4548336" y="34004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38663" y="3838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6447" y="10716"/>
                </a:moveTo>
                <a:cubicBezTo>
                  <a:pt x="146447" y="6385"/>
                  <a:pt x="143857" y="2456"/>
                  <a:pt x="139839" y="804"/>
                </a:cubicBezTo>
                <a:cubicBezTo>
                  <a:pt x="135821" y="-848"/>
                  <a:pt x="131222" y="89"/>
                  <a:pt x="128141" y="3125"/>
                </a:cubicBezTo>
                <a:lnTo>
                  <a:pt x="103138" y="28129"/>
                </a:lnTo>
                <a:cubicBezTo>
                  <a:pt x="98941" y="32325"/>
                  <a:pt x="98941" y="39112"/>
                  <a:pt x="103138" y="43264"/>
                </a:cubicBezTo>
                <a:lnTo>
                  <a:pt x="128141" y="68267"/>
                </a:lnTo>
                <a:cubicBezTo>
                  <a:pt x="131222" y="71348"/>
                  <a:pt x="135821" y="72241"/>
                  <a:pt x="139839" y="70589"/>
                </a:cubicBezTo>
                <a:cubicBezTo>
                  <a:pt x="143857" y="68937"/>
                  <a:pt x="146447" y="65053"/>
                  <a:pt x="146447" y="60722"/>
                </a:cubicBezTo>
                <a:lnTo>
                  <a:pt x="146447" y="50006"/>
                </a:lnTo>
                <a:lnTo>
                  <a:pt x="157163" y="50006"/>
                </a:lnTo>
                <a:cubicBezTo>
                  <a:pt x="165065" y="50006"/>
                  <a:pt x="171450" y="56391"/>
                  <a:pt x="171450" y="64294"/>
                </a:cubicBezTo>
                <a:lnTo>
                  <a:pt x="171450" y="160154"/>
                </a:lnTo>
                <a:cubicBezTo>
                  <a:pt x="158814" y="165646"/>
                  <a:pt x="150019" y="178237"/>
                  <a:pt x="150019" y="192881"/>
                </a:cubicBezTo>
                <a:cubicBezTo>
                  <a:pt x="150019" y="212616"/>
                  <a:pt x="166003" y="228600"/>
                  <a:pt x="185738" y="228600"/>
                </a:cubicBezTo>
                <a:cubicBezTo>
                  <a:pt x="205472" y="228600"/>
                  <a:pt x="221456" y="212616"/>
                  <a:pt x="221456" y="192881"/>
                </a:cubicBezTo>
                <a:cubicBezTo>
                  <a:pt x="221456" y="178237"/>
                  <a:pt x="212661" y="165646"/>
                  <a:pt x="200025" y="160154"/>
                </a:cubicBezTo>
                <a:lnTo>
                  <a:pt x="200025" y="64294"/>
                </a:lnTo>
                <a:cubicBezTo>
                  <a:pt x="200025" y="40630"/>
                  <a:pt x="180826" y="21431"/>
                  <a:pt x="157163" y="21431"/>
                </a:cubicBezTo>
                <a:lnTo>
                  <a:pt x="146447" y="21431"/>
                </a:lnTo>
                <a:lnTo>
                  <a:pt x="146447" y="10716"/>
                </a:lnTo>
                <a:close/>
                <a:moveTo>
                  <a:pt x="32147" y="35719"/>
                </a:moveTo>
                <a:cubicBezTo>
                  <a:pt x="32147" y="29805"/>
                  <a:pt x="36948" y="25003"/>
                  <a:pt x="42863" y="25003"/>
                </a:cubicBezTo>
                <a:cubicBezTo>
                  <a:pt x="48777" y="25003"/>
                  <a:pt x="53578" y="29805"/>
                  <a:pt x="53578" y="35719"/>
                </a:cubicBezTo>
                <a:cubicBezTo>
                  <a:pt x="53578" y="41633"/>
                  <a:pt x="48777" y="46434"/>
                  <a:pt x="42863" y="46434"/>
                </a:cubicBezTo>
                <a:cubicBezTo>
                  <a:pt x="36948" y="46434"/>
                  <a:pt x="32147" y="41633"/>
                  <a:pt x="32147" y="35719"/>
                </a:cubicBezTo>
                <a:close/>
                <a:moveTo>
                  <a:pt x="57150" y="68446"/>
                </a:moveTo>
                <a:cubicBezTo>
                  <a:pt x="69786" y="62954"/>
                  <a:pt x="78581" y="50363"/>
                  <a:pt x="78581" y="35719"/>
                </a:cubicBezTo>
                <a:cubicBezTo>
                  <a:pt x="78581" y="15984"/>
                  <a:pt x="62597" y="0"/>
                  <a:pt x="42863" y="0"/>
                </a:cubicBezTo>
                <a:cubicBezTo>
                  <a:pt x="23128" y="0"/>
                  <a:pt x="7144" y="15984"/>
                  <a:pt x="7144" y="35719"/>
                </a:cubicBezTo>
                <a:cubicBezTo>
                  <a:pt x="7144" y="50363"/>
                  <a:pt x="15939" y="62954"/>
                  <a:pt x="28575" y="68446"/>
                </a:cubicBezTo>
                <a:lnTo>
                  <a:pt x="28575" y="160109"/>
                </a:lnTo>
                <a:cubicBezTo>
                  <a:pt x="15939" y="165601"/>
                  <a:pt x="7144" y="178192"/>
                  <a:pt x="7144" y="192837"/>
                </a:cubicBezTo>
                <a:cubicBezTo>
                  <a:pt x="7144" y="212571"/>
                  <a:pt x="23128" y="228555"/>
                  <a:pt x="42863" y="228555"/>
                </a:cubicBezTo>
                <a:cubicBezTo>
                  <a:pt x="62597" y="228555"/>
                  <a:pt x="78581" y="212571"/>
                  <a:pt x="78581" y="192837"/>
                </a:cubicBezTo>
                <a:cubicBezTo>
                  <a:pt x="78581" y="178192"/>
                  <a:pt x="69786" y="165601"/>
                  <a:pt x="57150" y="160109"/>
                </a:cubicBezTo>
                <a:lnTo>
                  <a:pt x="57150" y="68446"/>
                </a:lnTo>
                <a:close/>
                <a:moveTo>
                  <a:pt x="32147" y="192881"/>
                </a:moveTo>
                <a:cubicBezTo>
                  <a:pt x="32147" y="186967"/>
                  <a:pt x="36948" y="182166"/>
                  <a:pt x="42863" y="182166"/>
                </a:cubicBezTo>
                <a:cubicBezTo>
                  <a:pt x="48777" y="182166"/>
                  <a:pt x="53578" y="186967"/>
                  <a:pt x="53578" y="192881"/>
                </a:cubicBezTo>
                <a:cubicBezTo>
                  <a:pt x="53578" y="198795"/>
                  <a:pt x="48777" y="203597"/>
                  <a:pt x="42863" y="203597"/>
                </a:cubicBezTo>
                <a:cubicBezTo>
                  <a:pt x="36948" y="203597"/>
                  <a:pt x="32147" y="198795"/>
                  <a:pt x="32147" y="192881"/>
                </a:cubicBezTo>
                <a:close/>
                <a:moveTo>
                  <a:pt x="185738" y="182166"/>
                </a:moveTo>
                <a:cubicBezTo>
                  <a:pt x="191652" y="182166"/>
                  <a:pt x="196453" y="186967"/>
                  <a:pt x="196453" y="192881"/>
                </a:cubicBezTo>
                <a:cubicBezTo>
                  <a:pt x="196453" y="198795"/>
                  <a:pt x="191652" y="203597"/>
                  <a:pt x="185738" y="203597"/>
                </a:cubicBezTo>
                <a:cubicBezTo>
                  <a:pt x="179823" y="203597"/>
                  <a:pt x="175022" y="198795"/>
                  <a:pt x="175022" y="192881"/>
                </a:cubicBezTo>
                <a:cubicBezTo>
                  <a:pt x="175022" y="186967"/>
                  <a:pt x="179823" y="182166"/>
                  <a:pt x="185738" y="1821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4140994" y="4143375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784699" y="4448175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Solicitar revisión de cambios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57913" y="3148013"/>
            <a:ext cx="2762250" cy="1647825"/>
          </a:xfrm>
          <a:custGeom>
            <a:avLst/>
            <a:gdLst/>
            <a:ahLst/>
            <a:cxnLst/>
            <a:rect l="l" t="t" r="r" b="b"/>
            <a:pathLst>
              <a:path w="2762250" h="1647825">
                <a:moveTo>
                  <a:pt x="114293" y="0"/>
                </a:moveTo>
                <a:lnTo>
                  <a:pt x="2647957" y="0"/>
                </a:lnTo>
                <a:cubicBezTo>
                  <a:pt x="2711037" y="0"/>
                  <a:pt x="2762250" y="51213"/>
                  <a:pt x="2762250" y="114293"/>
                </a:cubicBezTo>
                <a:lnTo>
                  <a:pt x="2762250" y="1533532"/>
                </a:lnTo>
                <a:cubicBezTo>
                  <a:pt x="2762250" y="1596612"/>
                  <a:pt x="2711037" y="1647825"/>
                  <a:pt x="2647957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0438" y="3305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7442597" y="340042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10450" y="38385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6926907" y="4143375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Revisar Código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10486" y="4448175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Revisión por otros desarrolladores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43988" y="3148013"/>
            <a:ext cx="2762250" cy="1647825"/>
          </a:xfrm>
          <a:custGeom>
            <a:avLst/>
            <a:gdLst/>
            <a:ahLst/>
            <a:cxnLst/>
            <a:rect l="l" t="t" r="r" b="b"/>
            <a:pathLst>
              <a:path w="2762250" h="1647825">
                <a:moveTo>
                  <a:pt x="114293" y="0"/>
                </a:moveTo>
                <a:lnTo>
                  <a:pt x="2647957" y="0"/>
                </a:lnTo>
                <a:cubicBezTo>
                  <a:pt x="2711037" y="0"/>
                  <a:pt x="2762250" y="51213"/>
                  <a:pt x="2762250" y="114293"/>
                </a:cubicBezTo>
                <a:lnTo>
                  <a:pt x="2762250" y="1533532"/>
                </a:lnTo>
                <a:cubicBezTo>
                  <a:pt x="2762250" y="1596612"/>
                  <a:pt x="2711037" y="1647825"/>
                  <a:pt x="2647957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96513" y="3305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10318998" y="34004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325100" y="38385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25003"/>
                </a:moveTo>
                <a:cubicBezTo>
                  <a:pt x="41633" y="25003"/>
                  <a:pt x="46434" y="29805"/>
                  <a:pt x="46434" y="35719"/>
                </a:cubicBezTo>
                <a:cubicBezTo>
                  <a:pt x="46434" y="41633"/>
                  <a:pt x="41633" y="46434"/>
                  <a:pt x="35719" y="46434"/>
                </a:cubicBezTo>
                <a:cubicBezTo>
                  <a:pt x="29805" y="46434"/>
                  <a:pt x="25003" y="41633"/>
                  <a:pt x="25003" y="35719"/>
                </a:cubicBezTo>
                <a:cubicBezTo>
                  <a:pt x="25003" y="29805"/>
                  <a:pt x="29805" y="25003"/>
                  <a:pt x="35719" y="25003"/>
                </a:cubicBezTo>
                <a:close/>
                <a:moveTo>
                  <a:pt x="50185" y="68401"/>
                </a:moveTo>
                <a:cubicBezTo>
                  <a:pt x="62686" y="62865"/>
                  <a:pt x="71438" y="50319"/>
                  <a:pt x="71438" y="35719"/>
                </a:cubicBezTo>
                <a:cubicBezTo>
                  <a:pt x="71438" y="15984"/>
                  <a:pt x="55453" y="0"/>
                  <a:pt x="35719" y="0"/>
                </a:cubicBezTo>
                <a:cubicBezTo>
                  <a:pt x="15984" y="0"/>
                  <a:pt x="0" y="15984"/>
                  <a:pt x="0" y="35719"/>
                </a:cubicBezTo>
                <a:cubicBezTo>
                  <a:pt x="0" y="50363"/>
                  <a:pt x="8796" y="62954"/>
                  <a:pt x="21431" y="68446"/>
                </a:cubicBezTo>
                <a:lnTo>
                  <a:pt x="21431" y="160109"/>
                </a:lnTo>
                <a:cubicBezTo>
                  <a:pt x="8796" y="165646"/>
                  <a:pt x="0" y="178237"/>
                  <a:pt x="0" y="192881"/>
                </a:cubicBezTo>
                <a:cubicBezTo>
                  <a:pt x="0" y="212616"/>
                  <a:pt x="15984" y="228600"/>
                  <a:pt x="35719" y="228600"/>
                </a:cubicBezTo>
                <a:cubicBezTo>
                  <a:pt x="55453" y="228600"/>
                  <a:pt x="71438" y="212616"/>
                  <a:pt x="71438" y="192881"/>
                </a:cubicBezTo>
                <a:cubicBezTo>
                  <a:pt x="71438" y="178237"/>
                  <a:pt x="62642" y="165646"/>
                  <a:pt x="50006" y="160154"/>
                </a:cubicBezTo>
                <a:lnTo>
                  <a:pt x="50006" y="121488"/>
                </a:lnTo>
                <a:cubicBezTo>
                  <a:pt x="61927" y="130463"/>
                  <a:pt x="76795" y="135776"/>
                  <a:pt x="92869" y="135776"/>
                </a:cubicBezTo>
                <a:lnTo>
                  <a:pt x="131579" y="135776"/>
                </a:lnTo>
                <a:cubicBezTo>
                  <a:pt x="137071" y="148411"/>
                  <a:pt x="149662" y="157207"/>
                  <a:pt x="164306" y="157207"/>
                </a:cubicBezTo>
                <a:cubicBezTo>
                  <a:pt x="184041" y="157207"/>
                  <a:pt x="200025" y="141223"/>
                  <a:pt x="200025" y="121488"/>
                </a:cubicBezTo>
                <a:cubicBezTo>
                  <a:pt x="200025" y="101754"/>
                  <a:pt x="184041" y="85770"/>
                  <a:pt x="164306" y="85770"/>
                </a:cubicBezTo>
                <a:cubicBezTo>
                  <a:pt x="149662" y="85770"/>
                  <a:pt x="137071" y="94565"/>
                  <a:pt x="131579" y="107201"/>
                </a:cubicBezTo>
                <a:lnTo>
                  <a:pt x="92869" y="107156"/>
                </a:lnTo>
                <a:cubicBezTo>
                  <a:pt x="70589" y="107156"/>
                  <a:pt x="52239" y="90145"/>
                  <a:pt x="50185" y="68401"/>
                </a:cubicBezTo>
                <a:close/>
                <a:moveTo>
                  <a:pt x="35719" y="182166"/>
                </a:moveTo>
                <a:cubicBezTo>
                  <a:pt x="41633" y="182166"/>
                  <a:pt x="46434" y="186967"/>
                  <a:pt x="46434" y="192881"/>
                </a:cubicBezTo>
                <a:cubicBezTo>
                  <a:pt x="46434" y="198795"/>
                  <a:pt x="41633" y="203597"/>
                  <a:pt x="35719" y="203597"/>
                </a:cubicBezTo>
                <a:cubicBezTo>
                  <a:pt x="29805" y="203597"/>
                  <a:pt x="25003" y="198795"/>
                  <a:pt x="25003" y="192881"/>
                </a:cubicBezTo>
                <a:cubicBezTo>
                  <a:pt x="25003" y="186967"/>
                  <a:pt x="29805" y="182166"/>
                  <a:pt x="35719" y="182166"/>
                </a:cubicBezTo>
                <a:close/>
                <a:moveTo>
                  <a:pt x="153591" y="121444"/>
                </a:moveTo>
                <a:cubicBezTo>
                  <a:pt x="153591" y="115530"/>
                  <a:pt x="158392" y="110728"/>
                  <a:pt x="164306" y="110728"/>
                </a:cubicBezTo>
                <a:cubicBezTo>
                  <a:pt x="170220" y="110728"/>
                  <a:pt x="175022" y="115530"/>
                  <a:pt x="175022" y="121444"/>
                </a:cubicBezTo>
                <a:cubicBezTo>
                  <a:pt x="175022" y="127358"/>
                  <a:pt x="170220" y="132159"/>
                  <a:pt x="164306" y="132159"/>
                </a:cubicBezTo>
                <a:cubicBezTo>
                  <a:pt x="158392" y="132159"/>
                  <a:pt x="153591" y="127358"/>
                  <a:pt x="153591" y="12144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2" name="Text 50"/>
          <p:cNvSpPr/>
          <p:nvPr/>
        </p:nvSpPr>
        <p:spPr>
          <a:xfrm>
            <a:off x="10085784" y="4143375"/>
            <a:ext cx="67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661178" y="4448175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Merge a la rama principal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5763" y="5243513"/>
            <a:ext cx="11420475" cy="1228725"/>
          </a:xfrm>
          <a:custGeom>
            <a:avLst/>
            <a:gdLst/>
            <a:ahLst/>
            <a:cxnLst/>
            <a:rect l="l" t="t" r="r" b="b"/>
            <a:pathLst>
              <a:path w="11420475" h="1228725">
                <a:moveTo>
                  <a:pt x="152399" y="0"/>
                </a:moveTo>
                <a:lnTo>
                  <a:pt x="11268076" y="0"/>
                </a:lnTo>
                <a:cubicBezTo>
                  <a:pt x="11352244" y="0"/>
                  <a:pt x="11420475" y="68231"/>
                  <a:pt x="11420475" y="152399"/>
                </a:cubicBezTo>
                <a:lnTo>
                  <a:pt x="11420475" y="1076326"/>
                </a:lnTo>
                <a:cubicBezTo>
                  <a:pt x="11420475" y="1160494"/>
                  <a:pt x="11352244" y="1228725"/>
                  <a:pt x="11268076" y="1228725"/>
                </a:cubicBezTo>
                <a:lnTo>
                  <a:pt x="152399" y="1228725"/>
                </a:lnTo>
                <a:cubicBezTo>
                  <a:pt x="68231" y="1228725"/>
                  <a:pt x="0" y="1160494"/>
                  <a:pt x="0" y="1076326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1025" y="5591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62000" y="57435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Text 55"/>
          <p:cNvSpPr/>
          <p:nvPr/>
        </p:nvSpPr>
        <p:spPr>
          <a:xfrm>
            <a:off x="1266825" y="5438775"/>
            <a:ext cx="10439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266825" y="5743575"/>
            <a:ext cx="10429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Este proceso facilita el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trabajo colaborativo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permitiendo que múltiples desarrolladores contribuyan de forma organizada y segura al proyecto.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3875" y="495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419100"/>
            <a:ext cx="6562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 de flujo de trabajo en una empresa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914400"/>
            <a:ext cx="1095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Escenario típico en un equipo de desarrollo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338263"/>
            <a:ext cx="4467225" cy="5133975"/>
          </a:xfrm>
          <a:custGeom>
            <a:avLst/>
            <a:gdLst/>
            <a:ahLst/>
            <a:cxnLst/>
            <a:rect l="l" t="t" r="r" b="b"/>
            <a:pathLst>
              <a:path w="4467225" h="5133975">
                <a:moveTo>
                  <a:pt x="152422" y="0"/>
                </a:moveTo>
                <a:lnTo>
                  <a:pt x="4314803" y="0"/>
                </a:lnTo>
                <a:cubicBezTo>
                  <a:pt x="4398983" y="0"/>
                  <a:pt x="4467225" y="68242"/>
                  <a:pt x="4467225" y="152422"/>
                </a:cubicBezTo>
                <a:lnTo>
                  <a:pt x="4467225" y="4981553"/>
                </a:lnTo>
                <a:cubicBezTo>
                  <a:pt x="4467225" y="5065733"/>
                  <a:pt x="4398983" y="5133975"/>
                  <a:pt x="4314803" y="5133975"/>
                </a:cubicBezTo>
                <a:lnTo>
                  <a:pt x="152422" y="5133975"/>
                </a:lnTo>
                <a:cubicBezTo>
                  <a:pt x="68242" y="5133975"/>
                  <a:pt x="0" y="5065733"/>
                  <a:pt x="0" y="4981553"/>
                </a:cubicBezTo>
                <a:lnTo>
                  <a:pt x="0" y="152422"/>
                </a:lnTo>
                <a:cubicBezTo>
                  <a:pt x="0" y="68298"/>
                  <a:pt x="68298" y="0"/>
                  <a:pt x="15242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6750" y="16383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076325" y="1571625"/>
            <a:ext cx="81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Equipo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5788" y="2071688"/>
            <a:ext cx="4067175" cy="809625"/>
          </a:xfrm>
          <a:custGeom>
            <a:avLst/>
            <a:gdLst/>
            <a:ahLst/>
            <a:cxnLst/>
            <a:rect l="l" t="t" r="r" b="b"/>
            <a:pathLst>
              <a:path w="4067175" h="809625">
                <a:moveTo>
                  <a:pt x="114303" y="0"/>
                </a:moveTo>
                <a:lnTo>
                  <a:pt x="3952872" y="0"/>
                </a:lnTo>
                <a:cubicBezTo>
                  <a:pt x="4015958" y="0"/>
                  <a:pt x="4067175" y="51217"/>
                  <a:pt x="4067175" y="114303"/>
                </a:cubicBezTo>
                <a:lnTo>
                  <a:pt x="4067175" y="695322"/>
                </a:lnTo>
                <a:cubicBezTo>
                  <a:pt x="4067175" y="758408"/>
                  <a:pt x="4015958" y="809625"/>
                  <a:pt x="39528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2950" y="2247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2488" y="2381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314450" y="222885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Desarrolladores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14450" y="249555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Escriben y revisan código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788" y="3005138"/>
            <a:ext cx="4067175" cy="809625"/>
          </a:xfrm>
          <a:custGeom>
            <a:avLst/>
            <a:gdLst/>
            <a:ahLst/>
            <a:cxnLst/>
            <a:rect l="l" t="t" r="r" b="b"/>
            <a:pathLst>
              <a:path w="4067175" h="809625">
                <a:moveTo>
                  <a:pt x="114303" y="0"/>
                </a:moveTo>
                <a:lnTo>
                  <a:pt x="3952872" y="0"/>
                </a:lnTo>
                <a:cubicBezTo>
                  <a:pt x="4015958" y="0"/>
                  <a:pt x="4067175" y="51217"/>
                  <a:pt x="4067175" y="114303"/>
                </a:cubicBezTo>
                <a:lnTo>
                  <a:pt x="4067175" y="695322"/>
                </a:lnTo>
                <a:cubicBezTo>
                  <a:pt x="4067175" y="758408"/>
                  <a:pt x="4015958" y="809625"/>
                  <a:pt x="39528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950" y="3181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6300" y="3314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1314450" y="31623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14450" y="342900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de calidad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788" y="3938588"/>
            <a:ext cx="4067175" cy="809625"/>
          </a:xfrm>
          <a:custGeom>
            <a:avLst/>
            <a:gdLst/>
            <a:ahLst/>
            <a:cxnLst/>
            <a:rect l="l" t="t" r="r" b="b"/>
            <a:pathLst>
              <a:path w="4067175" h="809625">
                <a:moveTo>
                  <a:pt x="114303" y="0"/>
                </a:moveTo>
                <a:lnTo>
                  <a:pt x="3952872" y="0"/>
                </a:lnTo>
                <a:cubicBezTo>
                  <a:pt x="4015958" y="0"/>
                  <a:pt x="4067175" y="51217"/>
                  <a:pt x="4067175" y="114303"/>
                </a:cubicBezTo>
                <a:lnTo>
                  <a:pt x="4067175" y="695322"/>
                </a:lnTo>
                <a:cubicBezTo>
                  <a:pt x="4067175" y="758408"/>
                  <a:pt x="4015958" y="809625"/>
                  <a:pt x="39528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2950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88206" y="4248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1314450" y="409575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Lead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4450" y="436245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Liderazgo técnico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18633" y="1338263"/>
            <a:ext cx="6791325" cy="5133975"/>
          </a:xfrm>
          <a:custGeom>
            <a:avLst/>
            <a:gdLst/>
            <a:ahLst/>
            <a:cxnLst/>
            <a:rect l="l" t="t" r="r" b="b"/>
            <a:pathLst>
              <a:path w="6791325" h="5133975">
                <a:moveTo>
                  <a:pt x="152376" y="0"/>
                </a:moveTo>
                <a:lnTo>
                  <a:pt x="6638949" y="0"/>
                </a:lnTo>
                <a:cubicBezTo>
                  <a:pt x="6723104" y="0"/>
                  <a:pt x="6791325" y="68221"/>
                  <a:pt x="6791325" y="152376"/>
                </a:cubicBezTo>
                <a:lnTo>
                  <a:pt x="6791325" y="4981599"/>
                </a:lnTo>
                <a:cubicBezTo>
                  <a:pt x="6791325" y="5065754"/>
                  <a:pt x="6723104" y="5133975"/>
                  <a:pt x="6638949" y="5133975"/>
                </a:cubicBezTo>
                <a:lnTo>
                  <a:pt x="152376" y="5133975"/>
                </a:lnTo>
                <a:cubicBezTo>
                  <a:pt x="68221" y="5133975"/>
                  <a:pt x="0" y="5065754"/>
                  <a:pt x="0" y="4981599"/>
                </a:cubicBezTo>
                <a:lnTo>
                  <a:pt x="0" y="152376"/>
                </a:lnTo>
                <a:cubicBezTo>
                  <a:pt x="0" y="68278"/>
                  <a:pt x="68278" y="0"/>
                  <a:pt x="15237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3896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21052" y="1638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5709196" y="1571625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Proceso Completo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13896" y="2085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5339507" y="2143125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37758" y="2071688"/>
            <a:ext cx="5972175" cy="390525"/>
          </a:xfrm>
          <a:custGeom>
            <a:avLst/>
            <a:gdLst/>
            <a:ahLst/>
            <a:cxnLst/>
            <a:rect l="l" t="t" r="r" b="b"/>
            <a:pathLst>
              <a:path w="5972175" h="390525">
                <a:moveTo>
                  <a:pt x="76199" y="0"/>
                </a:moveTo>
                <a:lnTo>
                  <a:pt x="5895976" y="0"/>
                </a:lnTo>
                <a:cubicBezTo>
                  <a:pt x="5938059" y="0"/>
                  <a:pt x="5972175" y="34116"/>
                  <a:pt x="5972175" y="76199"/>
                </a:cubicBezTo>
                <a:lnTo>
                  <a:pt x="5972175" y="314326"/>
                </a:lnTo>
                <a:cubicBezTo>
                  <a:pt x="5972175" y="356409"/>
                  <a:pt x="5938059" y="390525"/>
                  <a:pt x="58959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8721" y="215265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Crear tarea/issue: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 identifica una nueva funcionalidad o bug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13896" y="2562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5327452" y="261937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637758" y="2547938"/>
            <a:ext cx="5972175" cy="390525"/>
          </a:xfrm>
          <a:custGeom>
            <a:avLst/>
            <a:gdLst/>
            <a:ahLst/>
            <a:cxnLst/>
            <a:rect l="l" t="t" r="r" b="b"/>
            <a:pathLst>
              <a:path w="5972175" h="390525">
                <a:moveTo>
                  <a:pt x="76199" y="0"/>
                </a:moveTo>
                <a:lnTo>
                  <a:pt x="5895976" y="0"/>
                </a:lnTo>
                <a:cubicBezTo>
                  <a:pt x="5938059" y="0"/>
                  <a:pt x="5972175" y="34116"/>
                  <a:pt x="5972175" y="76199"/>
                </a:cubicBezTo>
                <a:lnTo>
                  <a:pt x="5972175" y="314326"/>
                </a:lnTo>
                <a:cubicBezTo>
                  <a:pt x="5972175" y="356409"/>
                  <a:pt x="5938059" y="390525"/>
                  <a:pt x="58959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8721" y="262890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Crear rama: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 desarrollador crea branch para la nueva función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13896" y="30384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5326856" y="30956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637758" y="3024188"/>
            <a:ext cx="5972175" cy="390525"/>
          </a:xfrm>
          <a:custGeom>
            <a:avLst/>
            <a:gdLst/>
            <a:ahLst/>
            <a:cxnLst/>
            <a:rect l="l" t="t" r="r" b="b"/>
            <a:pathLst>
              <a:path w="5972175" h="390525">
                <a:moveTo>
                  <a:pt x="76199" y="0"/>
                </a:moveTo>
                <a:lnTo>
                  <a:pt x="5895976" y="0"/>
                </a:lnTo>
                <a:cubicBezTo>
                  <a:pt x="5938059" y="0"/>
                  <a:pt x="5972175" y="34116"/>
                  <a:pt x="5972175" y="76199"/>
                </a:cubicBezTo>
                <a:lnTo>
                  <a:pt x="5972175" y="314326"/>
                </a:lnTo>
                <a:cubicBezTo>
                  <a:pt x="5972175" y="356409"/>
                  <a:pt x="5938059" y="390525"/>
                  <a:pt x="58959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8721" y="310515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Desarrollar: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 implementa la funcionalidad con múltiples commits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213896" y="3514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5327005" y="357187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637758" y="3500438"/>
            <a:ext cx="5972175" cy="390525"/>
          </a:xfrm>
          <a:custGeom>
            <a:avLst/>
            <a:gdLst/>
            <a:ahLst/>
            <a:cxnLst/>
            <a:rect l="l" t="t" r="r" b="b"/>
            <a:pathLst>
              <a:path w="5972175" h="390525">
                <a:moveTo>
                  <a:pt x="76199" y="0"/>
                </a:moveTo>
                <a:lnTo>
                  <a:pt x="5895976" y="0"/>
                </a:lnTo>
                <a:cubicBezTo>
                  <a:pt x="5938059" y="0"/>
                  <a:pt x="5972175" y="34116"/>
                  <a:pt x="5972175" y="76199"/>
                </a:cubicBezTo>
                <a:lnTo>
                  <a:pt x="5972175" y="314326"/>
                </a:lnTo>
                <a:cubicBezTo>
                  <a:pt x="5972175" y="356409"/>
                  <a:pt x="5938059" y="390525"/>
                  <a:pt x="58959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8721" y="358140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Pull Request: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 solicita revisión del código desarrollado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213896" y="3990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5327749" y="404812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637758" y="3976687"/>
            <a:ext cx="5972175" cy="390525"/>
          </a:xfrm>
          <a:custGeom>
            <a:avLst/>
            <a:gdLst/>
            <a:ahLst/>
            <a:cxnLst/>
            <a:rect l="l" t="t" r="r" b="b"/>
            <a:pathLst>
              <a:path w="5972175" h="390525">
                <a:moveTo>
                  <a:pt x="76199" y="0"/>
                </a:moveTo>
                <a:lnTo>
                  <a:pt x="5895976" y="0"/>
                </a:lnTo>
                <a:cubicBezTo>
                  <a:pt x="5938059" y="0"/>
                  <a:pt x="5972175" y="34116"/>
                  <a:pt x="5972175" y="76199"/>
                </a:cubicBezTo>
                <a:lnTo>
                  <a:pt x="5972175" y="314326"/>
                </a:lnTo>
                <a:cubicBezTo>
                  <a:pt x="5972175" y="356409"/>
                  <a:pt x="5938059" y="390525"/>
                  <a:pt x="58959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8721" y="405765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Revisión: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Otro desarrollador revisa y aprueba los cambios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213896" y="4467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5326410" y="4524375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637758" y="4452938"/>
            <a:ext cx="5972175" cy="390525"/>
          </a:xfrm>
          <a:custGeom>
            <a:avLst/>
            <a:gdLst/>
            <a:ahLst/>
            <a:cxnLst/>
            <a:rect l="l" t="t" r="r" b="b"/>
            <a:pathLst>
              <a:path w="5972175" h="390525">
                <a:moveTo>
                  <a:pt x="76199" y="0"/>
                </a:moveTo>
                <a:lnTo>
                  <a:pt x="5895976" y="0"/>
                </a:lnTo>
                <a:cubicBezTo>
                  <a:pt x="5938059" y="0"/>
                  <a:pt x="5972175" y="34116"/>
                  <a:pt x="5972175" y="76199"/>
                </a:cubicBezTo>
                <a:lnTo>
                  <a:pt x="5972175" y="314326"/>
                </a:lnTo>
                <a:cubicBezTo>
                  <a:pt x="5972175" y="356409"/>
                  <a:pt x="5938059" y="390525"/>
                  <a:pt x="58959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8721" y="453390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Merge: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 aprueba y fusiona con la rama principal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13896" y="49434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2"/>
          <p:cNvSpPr/>
          <p:nvPr/>
        </p:nvSpPr>
        <p:spPr>
          <a:xfrm>
            <a:off x="5332065" y="5000625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37758" y="4929188"/>
            <a:ext cx="5972175" cy="390525"/>
          </a:xfrm>
          <a:custGeom>
            <a:avLst/>
            <a:gdLst/>
            <a:ahLst/>
            <a:cxnLst/>
            <a:rect l="l" t="t" r="r" b="b"/>
            <a:pathLst>
              <a:path w="5972175" h="390525">
                <a:moveTo>
                  <a:pt x="76199" y="0"/>
                </a:moveTo>
                <a:lnTo>
                  <a:pt x="5895976" y="0"/>
                </a:lnTo>
                <a:cubicBezTo>
                  <a:pt x="5938059" y="0"/>
                  <a:pt x="5972175" y="34116"/>
                  <a:pt x="5972175" y="76199"/>
                </a:cubicBezTo>
                <a:lnTo>
                  <a:pt x="5972175" y="314326"/>
                </a:lnTo>
                <a:cubicBezTo>
                  <a:pt x="5972175" y="356409"/>
                  <a:pt x="5938059" y="390525"/>
                  <a:pt x="58959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18721" y="501015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Despliegue: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El sistema automatizado despliega la aplicación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300" y="49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67955"/>
                </a:lnTo>
                <a:cubicBezTo>
                  <a:pt x="228600" y="59829"/>
                  <a:pt x="219938" y="54694"/>
                  <a:pt x="212794" y="58534"/>
                </a:cubicBezTo>
                <a:lnTo>
                  <a:pt x="142875" y="96173"/>
                </a:lnTo>
                <a:lnTo>
                  <a:pt x="142875" y="67955"/>
                </a:lnTo>
                <a:cubicBezTo>
                  <a:pt x="142875" y="59829"/>
                  <a:pt x="134213" y="54694"/>
                  <a:pt x="127069" y="58534"/>
                </a:cubicBezTo>
                <a:lnTo>
                  <a:pt x="57150" y="96173"/>
                </a:lnTo>
                <a:lnTo>
                  <a:pt x="57150" y="28575"/>
                </a:lnTo>
                <a:cubicBezTo>
                  <a:pt x="57150" y="20672"/>
                  <a:pt x="50765" y="14288"/>
                  <a:pt x="42863" y="14288"/>
                </a:cubicBezTo>
                <a:lnTo>
                  <a:pt x="14288" y="142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419100"/>
            <a:ext cx="4514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de GitHub en la industria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914400"/>
            <a:ext cx="1095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es una herramienta ampliamente utilizada por empresas tecnológicas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338263"/>
            <a:ext cx="11420475" cy="2428875"/>
          </a:xfrm>
          <a:custGeom>
            <a:avLst/>
            <a:gdLst/>
            <a:ahLst/>
            <a:cxnLst/>
            <a:rect l="l" t="t" r="r" b="b"/>
            <a:pathLst>
              <a:path w="11420475" h="2428875">
                <a:moveTo>
                  <a:pt x="152412" y="0"/>
                </a:moveTo>
                <a:lnTo>
                  <a:pt x="11268063" y="0"/>
                </a:lnTo>
                <a:cubicBezTo>
                  <a:pt x="11352238" y="0"/>
                  <a:pt x="11420475" y="68237"/>
                  <a:pt x="11420475" y="152412"/>
                </a:cubicBezTo>
                <a:lnTo>
                  <a:pt x="11420475" y="2276463"/>
                </a:lnTo>
                <a:cubicBezTo>
                  <a:pt x="11420475" y="2360638"/>
                  <a:pt x="11352238" y="2428875"/>
                  <a:pt x="11268063" y="2428875"/>
                </a:cubicBezTo>
                <a:lnTo>
                  <a:pt x="152412" y="2428875"/>
                </a:lnTo>
                <a:cubicBezTo>
                  <a:pt x="68237" y="2428875"/>
                  <a:pt x="0" y="2360638"/>
                  <a:pt x="0" y="22764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9613" y="16383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076325" y="1571625"/>
            <a:ext cx="3067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Empresas que utilizan GitHub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5788" y="2071688"/>
            <a:ext cx="2638425" cy="1495425"/>
          </a:xfrm>
          <a:custGeom>
            <a:avLst/>
            <a:gdLst/>
            <a:ahLst/>
            <a:cxnLst/>
            <a:rect l="l" t="t" r="r" b="b"/>
            <a:pathLst>
              <a:path w="2638425" h="1495425">
                <a:moveTo>
                  <a:pt x="114295" y="0"/>
                </a:moveTo>
                <a:lnTo>
                  <a:pt x="2524130" y="0"/>
                </a:lnTo>
                <a:cubicBezTo>
                  <a:pt x="2587253" y="0"/>
                  <a:pt x="2638425" y="51172"/>
                  <a:pt x="2638425" y="114295"/>
                </a:cubicBezTo>
                <a:lnTo>
                  <a:pt x="2638425" y="1381130"/>
                </a:lnTo>
                <a:cubicBezTo>
                  <a:pt x="2638425" y="1444253"/>
                  <a:pt x="2587253" y="1495425"/>
                  <a:pt x="252413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97819" y="2228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79984" y="23907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7859"/>
                </a:moveTo>
                <a:lnTo>
                  <a:pt x="119769" y="17859"/>
                </a:lnTo>
                <a:lnTo>
                  <a:pt x="119769" y="137629"/>
                </a:lnTo>
                <a:lnTo>
                  <a:pt x="0" y="137629"/>
                </a:lnTo>
                <a:lnTo>
                  <a:pt x="0" y="17859"/>
                </a:lnTo>
                <a:close/>
                <a:moveTo>
                  <a:pt x="130262" y="17859"/>
                </a:moveTo>
                <a:lnTo>
                  <a:pt x="250031" y="17859"/>
                </a:lnTo>
                <a:lnTo>
                  <a:pt x="250031" y="137629"/>
                </a:lnTo>
                <a:lnTo>
                  <a:pt x="130262" y="137629"/>
                </a:lnTo>
                <a:lnTo>
                  <a:pt x="130262" y="17859"/>
                </a:lnTo>
                <a:close/>
                <a:moveTo>
                  <a:pt x="0" y="148121"/>
                </a:moveTo>
                <a:lnTo>
                  <a:pt x="119769" y="148121"/>
                </a:lnTo>
                <a:lnTo>
                  <a:pt x="119769" y="267891"/>
                </a:lnTo>
                <a:lnTo>
                  <a:pt x="0" y="267891"/>
                </a:lnTo>
                <a:lnTo>
                  <a:pt x="0" y="148121"/>
                </a:lnTo>
                <a:close/>
                <a:moveTo>
                  <a:pt x="130262" y="148121"/>
                </a:moveTo>
                <a:lnTo>
                  <a:pt x="250031" y="148121"/>
                </a:lnTo>
                <a:lnTo>
                  <a:pt x="250031" y="267891"/>
                </a:lnTo>
                <a:lnTo>
                  <a:pt x="130262" y="267891"/>
                </a:lnTo>
                <a:lnTo>
                  <a:pt x="130262" y="14812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00088" y="295275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9613" y="321945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Propietaria de GitHub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1375" y="2071688"/>
            <a:ext cx="2638425" cy="1495425"/>
          </a:xfrm>
          <a:custGeom>
            <a:avLst/>
            <a:gdLst/>
            <a:ahLst/>
            <a:cxnLst/>
            <a:rect l="l" t="t" r="r" b="b"/>
            <a:pathLst>
              <a:path w="2638425" h="1495425">
                <a:moveTo>
                  <a:pt x="114295" y="0"/>
                </a:moveTo>
                <a:lnTo>
                  <a:pt x="2524130" y="0"/>
                </a:lnTo>
                <a:cubicBezTo>
                  <a:pt x="2587253" y="0"/>
                  <a:pt x="2638425" y="51172"/>
                  <a:pt x="2638425" y="114295"/>
                </a:cubicBezTo>
                <a:lnTo>
                  <a:pt x="2638425" y="1381130"/>
                </a:lnTo>
                <a:cubicBezTo>
                  <a:pt x="2638425" y="1444253"/>
                  <a:pt x="2587253" y="1495425"/>
                  <a:pt x="252413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93406" y="2228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57713" y="23907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79053" y="146112"/>
                </a:moveTo>
                <a:cubicBezTo>
                  <a:pt x="279053" y="225084"/>
                  <a:pt x="224972" y="281285"/>
                  <a:pt x="145107" y="281285"/>
                </a:cubicBezTo>
                <a:cubicBezTo>
                  <a:pt x="68535" y="281285"/>
                  <a:pt x="6697" y="219447"/>
                  <a:pt x="6697" y="142875"/>
                </a:cubicBezTo>
                <a:cubicBezTo>
                  <a:pt x="6697" y="66303"/>
                  <a:pt x="68535" y="4465"/>
                  <a:pt x="145107" y="4465"/>
                </a:cubicBezTo>
                <a:cubicBezTo>
                  <a:pt x="182389" y="4465"/>
                  <a:pt x="213754" y="18138"/>
                  <a:pt x="237920" y="40686"/>
                </a:cubicBezTo>
                <a:lnTo>
                  <a:pt x="200248" y="76907"/>
                </a:lnTo>
                <a:cubicBezTo>
                  <a:pt x="150968" y="29356"/>
                  <a:pt x="59327" y="65075"/>
                  <a:pt x="59327" y="142875"/>
                </a:cubicBezTo>
                <a:cubicBezTo>
                  <a:pt x="59327" y="191151"/>
                  <a:pt x="97892" y="230274"/>
                  <a:pt x="145107" y="230274"/>
                </a:cubicBezTo>
                <a:cubicBezTo>
                  <a:pt x="199913" y="230274"/>
                  <a:pt x="220452" y="190984"/>
                  <a:pt x="223689" y="170613"/>
                </a:cubicBezTo>
                <a:lnTo>
                  <a:pt x="145107" y="170613"/>
                </a:lnTo>
                <a:lnTo>
                  <a:pt x="145107" y="123006"/>
                </a:lnTo>
                <a:lnTo>
                  <a:pt x="276876" y="123006"/>
                </a:lnTo>
                <a:cubicBezTo>
                  <a:pt x="278160" y="130094"/>
                  <a:pt x="279053" y="136903"/>
                  <a:pt x="279053" y="14611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3495675" y="295275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05200" y="321945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Proyectos open source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963" y="2071688"/>
            <a:ext cx="2638425" cy="1495425"/>
          </a:xfrm>
          <a:custGeom>
            <a:avLst/>
            <a:gdLst/>
            <a:ahLst/>
            <a:cxnLst/>
            <a:rect l="l" t="t" r="r" b="b"/>
            <a:pathLst>
              <a:path w="2638425" h="1495425">
                <a:moveTo>
                  <a:pt x="114295" y="0"/>
                </a:moveTo>
                <a:lnTo>
                  <a:pt x="2524130" y="0"/>
                </a:lnTo>
                <a:cubicBezTo>
                  <a:pt x="2587253" y="0"/>
                  <a:pt x="2638425" y="51172"/>
                  <a:pt x="2638425" y="114295"/>
                </a:cubicBezTo>
                <a:lnTo>
                  <a:pt x="2638425" y="1381130"/>
                </a:lnTo>
                <a:cubicBezTo>
                  <a:pt x="2638425" y="1444253"/>
                  <a:pt x="2587253" y="1495425"/>
                  <a:pt x="252413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88994" y="2228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17581" y="239077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57188" y="177422"/>
                </a:moveTo>
                <a:cubicBezTo>
                  <a:pt x="357188" y="228377"/>
                  <a:pt x="335198" y="260300"/>
                  <a:pt x="295628" y="260300"/>
                </a:cubicBezTo>
                <a:cubicBezTo>
                  <a:pt x="260691" y="260300"/>
                  <a:pt x="242162" y="240990"/>
                  <a:pt x="208062" y="184063"/>
                </a:cubicBezTo>
                <a:lnTo>
                  <a:pt x="190537" y="154707"/>
                </a:lnTo>
                <a:cubicBezTo>
                  <a:pt x="185905" y="147731"/>
                  <a:pt x="182445" y="141201"/>
                  <a:pt x="178705" y="135173"/>
                </a:cubicBezTo>
                <a:cubicBezTo>
                  <a:pt x="167487" y="154037"/>
                  <a:pt x="152419" y="181496"/>
                  <a:pt x="152419" y="181496"/>
                </a:cubicBezTo>
                <a:cubicBezTo>
                  <a:pt x="115026" y="246571"/>
                  <a:pt x="94041" y="260300"/>
                  <a:pt x="64852" y="260300"/>
                </a:cubicBezTo>
                <a:cubicBezTo>
                  <a:pt x="24222" y="260300"/>
                  <a:pt x="0" y="228321"/>
                  <a:pt x="0" y="178873"/>
                </a:cubicBezTo>
                <a:cubicBezTo>
                  <a:pt x="0" y="99064"/>
                  <a:pt x="44537" y="23664"/>
                  <a:pt x="102636" y="23664"/>
                </a:cubicBezTo>
                <a:cubicBezTo>
                  <a:pt x="130652" y="23664"/>
                  <a:pt x="154986" y="37449"/>
                  <a:pt x="183449" y="73614"/>
                </a:cubicBezTo>
                <a:cubicBezTo>
                  <a:pt x="204155" y="45653"/>
                  <a:pt x="227037" y="23664"/>
                  <a:pt x="256338" y="23664"/>
                </a:cubicBezTo>
                <a:cubicBezTo>
                  <a:pt x="311646" y="23664"/>
                  <a:pt x="357188" y="93818"/>
                  <a:pt x="357188" y="177422"/>
                </a:cubicBezTo>
                <a:close/>
                <a:moveTo>
                  <a:pt x="160400" y="107268"/>
                </a:moveTo>
                <a:cubicBezTo>
                  <a:pt x="136457" y="72610"/>
                  <a:pt x="120830" y="62340"/>
                  <a:pt x="102133" y="62340"/>
                </a:cubicBezTo>
                <a:cubicBezTo>
                  <a:pt x="67587" y="62340"/>
                  <a:pt x="38621" y="121555"/>
                  <a:pt x="38621" y="179543"/>
                </a:cubicBezTo>
                <a:cubicBezTo>
                  <a:pt x="38621" y="206611"/>
                  <a:pt x="48946" y="221791"/>
                  <a:pt x="66303" y="221791"/>
                </a:cubicBezTo>
                <a:cubicBezTo>
                  <a:pt x="83158" y="221791"/>
                  <a:pt x="93650" y="211187"/>
                  <a:pt x="123899" y="163860"/>
                </a:cubicBezTo>
                <a:cubicBezTo>
                  <a:pt x="123899" y="163860"/>
                  <a:pt x="137685" y="142038"/>
                  <a:pt x="160400" y="107268"/>
                </a:cubicBezTo>
                <a:close/>
                <a:moveTo>
                  <a:pt x="296466" y="221791"/>
                </a:moveTo>
                <a:cubicBezTo>
                  <a:pt x="314437" y="221791"/>
                  <a:pt x="322641" y="206443"/>
                  <a:pt x="322641" y="179989"/>
                </a:cubicBezTo>
                <a:cubicBezTo>
                  <a:pt x="322641" y="110672"/>
                  <a:pt x="292336" y="54192"/>
                  <a:pt x="253882" y="54192"/>
                </a:cubicBezTo>
                <a:cubicBezTo>
                  <a:pt x="235353" y="54192"/>
                  <a:pt x="219782" y="68647"/>
                  <a:pt x="200918" y="97724"/>
                </a:cubicBezTo>
                <a:cubicBezTo>
                  <a:pt x="206164" y="105426"/>
                  <a:pt x="211578" y="113909"/>
                  <a:pt x="217270" y="123062"/>
                </a:cubicBezTo>
                <a:lnTo>
                  <a:pt x="238199" y="157888"/>
                </a:lnTo>
                <a:cubicBezTo>
                  <a:pt x="270960" y="210406"/>
                  <a:pt x="279220" y="221791"/>
                  <a:pt x="296466" y="22179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291263" y="295275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0788" y="321945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Desarrollo colaborativo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72550" y="2071688"/>
            <a:ext cx="2638425" cy="1495425"/>
          </a:xfrm>
          <a:custGeom>
            <a:avLst/>
            <a:gdLst/>
            <a:ahLst/>
            <a:cxnLst/>
            <a:rect l="l" t="t" r="r" b="b"/>
            <a:pathLst>
              <a:path w="2638425" h="1495425">
                <a:moveTo>
                  <a:pt x="114295" y="0"/>
                </a:moveTo>
                <a:lnTo>
                  <a:pt x="2524130" y="0"/>
                </a:lnTo>
                <a:cubicBezTo>
                  <a:pt x="2587253" y="0"/>
                  <a:pt x="2638425" y="51172"/>
                  <a:pt x="2638425" y="114295"/>
                </a:cubicBezTo>
                <a:lnTo>
                  <a:pt x="2638425" y="1381130"/>
                </a:lnTo>
                <a:cubicBezTo>
                  <a:pt x="2638425" y="1444253"/>
                  <a:pt x="2587253" y="1495425"/>
                  <a:pt x="252413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84581" y="2228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166747" y="23907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50899" y="20594"/>
                </a:moveTo>
                <a:cubicBezTo>
                  <a:pt x="43979" y="16799"/>
                  <a:pt x="35607" y="16966"/>
                  <a:pt x="28798" y="20985"/>
                </a:cubicBezTo>
                <a:cubicBezTo>
                  <a:pt x="21989" y="25003"/>
                  <a:pt x="17859" y="32314"/>
                  <a:pt x="17859" y="40184"/>
                </a:cubicBezTo>
                <a:lnTo>
                  <a:pt x="17859" y="245566"/>
                </a:lnTo>
                <a:cubicBezTo>
                  <a:pt x="17859" y="253436"/>
                  <a:pt x="22045" y="260747"/>
                  <a:pt x="28798" y="264765"/>
                </a:cubicBezTo>
                <a:cubicBezTo>
                  <a:pt x="35551" y="268784"/>
                  <a:pt x="43979" y="268951"/>
                  <a:pt x="50899" y="265156"/>
                </a:cubicBezTo>
                <a:lnTo>
                  <a:pt x="238423" y="162465"/>
                </a:lnTo>
                <a:cubicBezTo>
                  <a:pt x="245566" y="158558"/>
                  <a:pt x="250031" y="151023"/>
                  <a:pt x="250031" y="142875"/>
                </a:cubicBezTo>
                <a:cubicBezTo>
                  <a:pt x="250031" y="134727"/>
                  <a:pt x="245566" y="127192"/>
                  <a:pt x="238423" y="123285"/>
                </a:cubicBezTo>
                <a:lnTo>
                  <a:pt x="50899" y="2059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9086850" y="295275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96375" y="321945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Infraestructura y apps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763" y="3929063"/>
            <a:ext cx="5629275" cy="2676525"/>
          </a:xfrm>
          <a:custGeom>
            <a:avLst/>
            <a:gdLst/>
            <a:ahLst/>
            <a:cxnLst/>
            <a:rect l="l" t="t" r="r" b="b"/>
            <a:pathLst>
              <a:path w="5629275" h="2676525">
                <a:moveTo>
                  <a:pt x="152401" y="0"/>
                </a:moveTo>
                <a:lnTo>
                  <a:pt x="5476874" y="0"/>
                </a:lnTo>
                <a:cubicBezTo>
                  <a:pt x="5561043" y="0"/>
                  <a:pt x="5629275" y="68232"/>
                  <a:pt x="5629275" y="152401"/>
                </a:cubicBezTo>
                <a:lnTo>
                  <a:pt x="5629275" y="2524124"/>
                </a:lnTo>
                <a:cubicBezTo>
                  <a:pt x="5629275" y="2608293"/>
                  <a:pt x="5561043" y="2676525"/>
                  <a:pt x="5476874" y="2676525"/>
                </a:cubicBezTo>
                <a:lnTo>
                  <a:pt x="152401" y="2676525"/>
                </a:lnTo>
                <a:cubicBezTo>
                  <a:pt x="68232" y="2676525"/>
                  <a:pt x="0" y="2608293"/>
                  <a:pt x="0" y="2524124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1025" y="4124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8181" y="4229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6973" y="16073"/>
                </a:moveTo>
                <a:lnTo>
                  <a:pt x="104477" y="16073"/>
                </a:lnTo>
                <a:cubicBezTo>
                  <a:pt x="105951" y="16073"/>
                  <a:pt x="107156" y="17279"/>
                  <a:pt x="107156" y="18752"/>
                </a:cubicBezTo>
                <a:lnTo>
                  <a:pt x="107156" y="32147"/>
                </a:lnTo>
                <a:lnTo>
                  <a:pt x="64294" y="32147"/>
                </a:lnTo>
                <a:lnTo>
                  <a:pt x="64294" y="18752"/>
                </a:lnTo>
                <a:cubicBezTo>
                  <a:pt x="64294" y="17279"/>
                  <a:pt x="65499" y="16073"/>
                  <a:pt x="66973" y="16073"/>
                </a:cubicBezTo>
                <a:close/>
                <a:moveTo>
                  <a:pt x="48220" y="18752"/>
                </a:moveTo>
                <a:lnTo>
                  <a:pt x="48220" y="32147"/>
                </a:lnTo>
                <a:lnTo>
                  <a:pt x="21431" y="32147"/>
                </a:lnTo>
                <a:cubicBezTo>
                  <a:pt x="9611" y="32147"/>
                  <a:pt x="0" y="41757"/>
                  <a:pt x="0" y="53578"/>
                </a:cubicBezTo>
                <a:lnTo>
                  <a:pt x="0" y="85725"/>
                </a:lnTo>
                <a:lnTo>
                  <a:pt x="171450" y="85725"/>
                </a:lnTo>
                <a:lnTo>
                  <a:pt x="171450" y="53578"/>
                </a:lnTo>
                <a:cubicBezTo>
                  <a:pt x="171450" y="41757"/>
                  <a:pt x="161839" y="32147"/>
                  <a:pt x="150019" y="32147"/>
                </a:cubicBezTo>
                <a:lnTo>
                  <a:pt x="123230" y="32147"/>
                </a:lnTo>
                <a:lnTo>
                  <a:pt x="123230" y="18752"/>
                </a:lnTo>
                <a:cubicBezTo>
                  <a:pt x="123230" y="8405"/>
                  <a:pt x="114825" y="0"/>
                  <a:pt x="104477" y="0"/>
                </a:cubicBezTo>
                <a:lnTo>
                  <a:pt x="66973" y="0"/>
                </a:lnTo>
                <a:cubicBezTo>
                  <a:pt x="56625" y="0"/>
                  <a:pt x="48220" y="8405"/>
                  <a:pt x="48220" y="18752"/>
                </a:cubicBezTo>
                <a:close/>
                <a:moveTo>
                  <a:pt x="171450" y="101798"/>
                </a:moveTo>
                <a:lnTo>
                  <a:pt x="107156" y="101798"/>
                </a:lnTo>
                <a:lnTo>
                  <a:pt x="107156" y="107156"/>
                </a:lnTo>
                <a:cubicBezTo>
                  <a:pt x="107156" y="113083"/>
                  <a:pt x="102368" y="117872"/>
                  <a:pt x="96441" y="117872"/>
                </a:cubicBezTo>
                <a:lnTo>
                  <a:pt x="75009" y="117872"/>
                </a:lnTo>
                <a:cubicBezTo>
                  <a:pt x="69082" y="117872"/>
                  <a:pt x="64294" y="113083"/>
                  <a:pt x="64294" y="107156"/>
                </a:cubicBezTo>
                <a:lnTo>
                  <a:pt x="64294" y="101798"/>
                </a:lnTo>
                <a:lnTo>
                  <a:pt x="0" y="101798"/>
                </a:ln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50019" y="160734"/>
                </a:lnTo>
                <a:cubicBezTo>
                  <a:pt x="161839" y="160734"/>
                  <a:pt x="171450" y="151124"/>
                  <a:pt x="171450" y="139303"/>
                </a:cubicBezTo>
                <a:lnTo>
                  <a:pt x="171450" y="10179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1076325" y="4162425"/>
            <a:ext cx="2847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Aplicaciones en la Industria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5788" y="4662488"/>
            <a:ext cx="5229225" cy="809625"/>
          </a:xfrm>
          <a:custGeom>
            <a:avLst/>
            <a:gdLst/>
            <a:ahLst/>
            <a:cxnLst/>
            <a:rect l="l" t="t" r="r" b="b"/>
            <a:pathLst>
              <a:path w="5229225" h="809625">
                <a:moveTo>
                  <a:pt x="114303" y="0"/>
                </a:moveTo>
                <a:lnTo>
                  <a:pt x="5114922" y="0"/>
                </a:lnTo>
                <a:cubicBezTo>
                  <a:pt x="5178008" y="0"/>
                  <a:pt x="5229225" y="51217"/>
                  <a:pt x="5229225" y="114303"/>
                </a:cubicBezTo>
                <a:lnTo>
                  <a:pt x="5229225" y="695322"/>
                </a:lnTo>
                <a:cubicBezTo>
                  <a:pt x="5229225" y="758408"/>
                  <a:pt x="5178008" y="809625"/>
                  <a:pt x="511492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2950" y="4819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38200" y="49339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1238250" y="4819650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Desarrollo colaborativo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38250" y="5086350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Equipos distribuidos trabajando juntos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5788" y="5595938"/>
            <a:ext cx="5229225" cy="809625"/>
          </a:xfrm>
          <a:custGeom>
            <a:avLst/>
            <a:gdLst/>
            <a:ahLst/>
            <a:cxnLst/>
            <a:rect l="l" t="t" r="r" b="b"/>
            <a:pathLst>
              <a:path w="5229225" h="809625">
                <a:moveTo>
                  <a:pt x="114303" y="0"/>
                </a:moveTo>
                <a:lnTo>
                  <a:pt x="5114922" y="0"/>
                </a:lnTo>
                <a:cubicBezTo>
                  <a:pt x="5178008" y="0"/>
                  <a:pt x="5229225" y="51217"/>
                  <a:pt x="5229225" y="114303"/>
                </a:cubicBezTo>
                <a:lnTo>
                  <a:pt x="5229225" y="695322"/>
                </a:lnTo>
                <a:cubicBezTo>
                  <a:pt x="5229225" y="758408"/>
                  <a:pt x="5178008" y="809625"/>
                  <a:pt x="511492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2950" y="575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66775" y="5867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1238250" y="5753100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de versiones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38250" y="6019800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Gestión de historial y cambios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6963" y="3929063"/>
            <a:ext cx="5629275" cy="2676525"/>
          </a:xfrm>
          <a:custGeom>
            <a:avLst/>
            <a:gdLst/>
            <a:ahLst/>
            <a:cxnLst/>
            <a:rect l="l" t="t" r="r" b="b"/>
            <a:pathLst>
              <a:path w="5629275" h="2676525">
                <a:moveTo>
                  <a:pt x="152401" y="0"/>
                </a:moveTo>
                <a:lnTo>
                  <a:pt x="5476874" y="0"/>
                </a:lnTo>
                <a:cubicBezTo>
                  <a:pt x="5561043" y="0"/>
                  <a:pt x="5629275" y="68232"/>
                  <a:pt x="5629275" y="152401"/>
                </a:cubicBezTo>
                <a:lnTo>
                  <a:pt x="5629275" y="2524124"/>
                </a:lnTo>
                <a:cubicBezTo>
                  <a:pt x="5629275" y="2608293"/>
                  <a:pt x="5561043" y="2676525"/>
                  <a:pt x="5476874" y="2676525"/>
                </a:cubicBezTo>
                <a:lnTo>
                  <a:pt x="152401" y="2676525"/>
                </a:lnTo>
                <a:cubicBezTo>
                  <a:pt x="68232" y="2676525"/>
                  <a:pt x="0" y="2608293"/>
                  <a:pt x="0" y="2524124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72225" y="4124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79381" y="4229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6867525" y="4162425"/>
            <a:ext cx="188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Más Aplicaciones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76988" y="4662488"/>
            <a:ext cx="5229225" cy="809625"/>
          </a:xfrm>
          <a:custGeom>
            <a:avLst/>
            <a:gdLst/>
            <a:ahLst/>
            <a:cxnLst/>
            <a:rect l="l" t="t" r="r" b="b"/>
            <a:pathLst>
              <a:path w="5229225" h="809625">
                <a:moveTo>
                  <a:pt x="114303" y="0"/>
                </a:moveTo>
                <a:lnTo>
                  <a:pt x="5114922" y="0"/>
                </a:lnTo>
                <a:cubicBezTo>
                  <a:pt x="5178008" y="0"/>
                  <a:pt x="5229225" y="51217"/>
                  <a:pt x="5229225" y="114303"/>
                </a:cubicBezTo>
                <a:lnTo>
                  <a:pt x="5229225" y="695322"/>
                </a:lnTo>
                <a:cubicBezTo>
                  <a:pt x="5229225" y="758408"/>
                  <a:pt x="5178008" y="809625"/>
                  <a:pt x="511492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34150" y="4819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29400" y="49339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7029450" y="4819650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 de despliegues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29450" y="508635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CI/CD con GitHub Actions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6988" y="5595938"/>
            <a:ext cx="5229225" cy="809625"/>
          </a:xfrm>
          <a:custGeom>
            <a:avLst/>
            <a:gdLst/>
            <a:ahLst/>
            <a:cxnLst/>
            <a:rect l="l" t="t" r="r" b="b"/>
            <a:pathLst>
              <a:path w="5229225" h="809625">
                <a:moveTo>
                  <a:pt x="114303" y="0"/>
                </a:moveTo>
                <a:lnTo>
                  <a:pt x="5114922" y="0"/>
                </a:lnTo>
                <a:cubicBezTo>
                  <a:pt x="5178008" y="0"/>
                  <a:pt x="5229225" y="51217"/>
                  <a:pt x="5229225" y="114303"/>
                </a:cubicBezTo>
                <a:lnTo>
                  <a:pt x="5229225" y="695322"/>
                </a:lnTo>
                <a:cubicBezTo>
                  <a:pt x="5229225" y="758408"/>
                  <a:pt x="5178008" y="809625"/>
                  <a:pt x="511492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34150" y="575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64845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6" name="Text 54"/>
          <p:cNvSpPr/>
          <p:nvPr/>
        </p:nvSpPr>
        <p:spPr>
          <a:xfrm>
            <a:off x="7029450" y="5753100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Gestión de proyectos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29450" y="60198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Issues, proyectos y milestones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akebugs.com/166e7a9c8e8dfda3a8513762b98deb87fb2145a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1032" b="1103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114300" y="0"/>
                </a:moveTo>
                <a:lnTo>
                  <a:pt x="333375" y="0"/>
                </a:lnTo>
                <a:cubicBezTo>
                  <a:pt x="396501" y="0"/>
                  <a:pt x="447675" y="51174"/>
                  <a:pt x="447675" y="114300"/>
                </a:cubicBezTo>
                <a:lnTo>
                  <a:pt x="447675" y="333375"/>
                </a:lnTo>
                <a:cubicBezTo>
                  <a:pt x="447675" y="396501"/>
                  <a:pt x="396501" y="447675"/>
                  <a:pt x="333375" y="447675"/>
                </a:cubicBezTo>
                <a:lnTo>
                  <a:pt x="114300" y="447675"/>
                </a:lnTo>
                <a:cubicBezTo>
                  <a:pt x="51174" y="447675"/>
                  <a:pt x="0" y="396501"/>
                  <a:pt x="0" y="3333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9587" y="495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22190" y="0"/>
                  <a:pt x="28575" y="6385"/>
                  <a:pt x="28575" y="14288"/>
                </a:cubicBezTo>
                <a:lnTo>
                  <a:pt x="28575" y="21431"/>
                </a:lnTo>
                <a:lnTo>
                  <a:pt x="59382" y="13752"/>
                </a:lnTo>
                <a:cubicBezTo>
                  <a:pt x="76393" y="9510"/>
                  <a:pt x="94342" y="11475"/>
                  <a:pt x="110058" y="19333"/>
                </a:cubicBezTo>
                <a:cubicBezTo>
                  <a:pt x="130731" y="29691"/>
                  <a:pt x="155064" y="29691"/>
                  <a:pt x="175736" y="19333"/>
                </a:cubicBezTo>
                <a:lnTo>
                  <a:pt x="180023" y="17190"/>
                </a:lnTo>
                <a:cubicBezTo>
                  <a:pt x="189220" y="12546"/>
                  <a:pt x="200025" y="19243"/>
                  <a:pt x="200025" y="29513"/>
                </a:cubicBezTo>
                <a:lnTo>
                  <a:pt x="200025" y="154394"/>
                </a:lnTo>
                <a:cubicBezTo>
                  <a:pt x="200025" y="160333"/>
                  <a:pt x="196319" y="165690"/>
                  <a:pt x="190738" y="167789"/>
                </a:cubicBezTo>
                <a:lnTo>
                  <a:pt x="175245" y="173593"/>
                </a:lnTo>
                <a:cubicBezTo>
                  <a:pt x="154618" y="181317"/>
                  <a:pt x="131668" y="180112"/>
                  <a:pt x="111978" y="170289"/>
                </a:cubicBezTo>
                <a:cubicBezTo>
                  <a:pt x="95057" y="161806"/>
                  <a:pt x="75634" y="159707"/>
                  <a:pt x="57284" y="164306"/>
                </a:cubicBezTo>
                <a:lnTo>
                  <a:pt x="28575" y="171450"/>
                </a:ln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lose/>
                <a:moveTo>
                  <a:pt x="28575" y="83537"/>
                </a:moveTo>
                <a:lnTo>
                  <a:pt x="57150" y="77331"/>
                </a:lnTo>
                <a:lnTo>
                  <a:pt x="57150" y="106576"/>
                </a:lnTo>
                <a:lnTo>
                  <a:pt x="28575" y="112782"/>
                </a:lnTo>
                <a:lnTo>
                  <a:pt x="28575" y="142027"/>
                </a:lnTo>
                <a:lnTo>
                  <a:pt x="50363" y="136580"/>
                </a:lnTo>
                <a:cubicBezTo>
                  <a:pt x="52641" y="135999"/>
                  <a:pt x="54873" y="135508"/>
                  <a:pt x="57150" y="135106"/>
                </a:cubicBezTo>
                <a:lnTo>
                  <a:pt x="57150" y="106576"/>
                </a:lnTo>
                <a:lnTo>
                  <a:pt x="74518" y="102825"/>
                </a:lnTo>
                <a:cubicBezTo>
                  <a:pt x="78224" y="102022"/>
                  <a:pt x="81975" y="101709"/>
                  <a:pt x="85725" y="101888"/>
                </a:cubicBezTo>
                <a:lnTo>
                  <a:pt x="85725" y="73313"/>
                </a:lnTo>
                <a:cubicBezTo>
                  <a:pt x="91797" y="73491"/>
                  <a:pt x="97869" y="74474"/>
                  <a:pt x="103763" y="76170"/>
                </a:cubicBezTo>
                <a:lnTo>
                  <a:pt x="114300" y="79251"/>
                </a:lnTo>
                <a:lnTo>
                  <a:pt x="114300" y="109031"/>
                </a:lnTo>
                <a:lnTo>
                  <a:pt x="95682" y="103540"/>
                </a:lnTo>
                <a:cubicBezTo>
                  <a:pt x="92422" y="102602"/>
                  <a:pt x="89074" y="102022"/>
                  <a:pt x="85725" y="101843"/>
                </a:cubicBezTo>
                <a:lnTo>
                  <a:pt x="85725" y="133722"/>
                </a:lnTo>
                <a:cubicBezTo>
                  <a:pt x="95458" y="134570"/>
                  <a:pt x="105058" y="136714"/>
                  <a:pt x="114300" y="140151"/>
                </a:cubicBezTo>
                <a:lnTo>
                  <a:pt x="114300" y="108987"/>
                </a:lnTo>
                <a:lnTo>
                  <a:pt x="124435" y="111978"/>
                </a:lnTo>
                <a:cubicBezTo>
                  <a:pt x="130463" y="113764"/>
                  <a:pt x="136624" y="114836"/>
                  <a:pt x="142875" y="115282"/>
                </a:cubicBezTo>
                <a:lnTo>
                  <a:pt x="142875" y="86618"/>
                </a:lnTo>
                <a:cubicBezTo>
                  <a:pt x="139392" y="86261"/>
                  <a:pt x="135910" y="85591"/>
                  <a:pt x="132517" y="84609"/>
                </a:cubicBezTo>
                <a:lnTo>
                  <a:pt x="114300" y="79251"/>
                </a:lnTo>
                <a:lnTo>
                  <a:pt x="114300" y="51569"/>
                </a:lnTo>
                <a:cubicBezTo>
                  <a:pt x="108496" y="49872"/>
                  <a:pt x="102781" y="47640"/>
                  <a:pt x="97244" y="44872"/>
                </a:cubicBezTo>
                <a:cubicBezTo>
                  <a:pt x="93583" y="43041"/>
                  <a:pt x="89699" y="41746"/>
                  <a:pt x="85725" y="40943"/>
                </a:cubicBezTo>
                <a:lnTo>
                  <a:pt x="85725" y="73268"/>
                </a:lnTo>
                <a:cubicBezTo>
                  <a:pt x="79921" y="73089"/>
                  <a:pt x="74116" y="73625"/>
                  <a:pt x="68446" y="74875"/>
                </a:cubicBezTo>
                <a:lnTo>
                  <a:pt x="57150" y="77331"/>
                </a:lnTo>
                <a:lnTo>
                  <a:pt x="57150" y="43755"/>
                </a:lnTo>
                <a:lnTo>
                  <a:pt x="28575" y="50899"/>
                </a:lnTo>
                <a:lnTo>
                  <a:pt x="28575" y="83537"/>
                </a:lnTo>
                <a:close/>
                <a:moveTo>
                  <a:pt x="142875" y="149885"/>
                </a:moveTo>
                <a:cubicBezTo>
                  <a:pt x="150376" y="150555"/>
                  <a:pt x="158011" y="149572"/>
                  <a:pt x="165199" y="146849"/>
                </a:cubicBezTo>
                <a:lnTo>
                  <a:pt x="171450" y="144527"/>
                </a:lnTo>
                <a:lnTo>
                  <a:pt x="171450" y="112514"/>
                </a:lnTo>
                <a:lnTo>
                  <a:pt x="167923" y="113318"/>
                </a:lnTo>
                <a:cubicBezTo>
                  <a:pt x="159707" y="115238"/>
                  <a:pt x="151269" y="115863"/>
                  <a:pt x="142875" y="115327"/>
                </a:cubicBezTo>
                <a:lnTo>
                  <a:pt x="142875" y="149885"/>
                </a:lnTo>
                <a:close/>
                <a:moveTo>
                  <a:pt x="171450" y="83180"/>
                </a:moveTo>
                <a:lnTo>
                  <a:pt x="171450" y="51569"/>
                </a:lnTo>
                <a:cubicBezTo>
                  <a:pt x="162118" y="54292"/>
                  <a:pt x="152519" y="55632"/>
                  <a:pt x="142875" y="55632"/>
                </a:cubicBezTo>
                <a:lnTo>
                  <a:pt x="142875" y="86618"/>
                </a:lnTo>
                <a:cubicBezTo>
                  <a:pt x="149081" y="87243"/>
                  <a:pt x="155377" y="86841"/>
                  <a:pt x="161493" y="85457"/>
                </a:cubicBezTo>
                <a:lnTo>
                  <a:pt x="171450" y="8313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419100"/>
            <a:ext cx="1866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2500" y="914400"/>
            <a:ext cx="1095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y GitHub Desktop son herramientas fundamentales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763" y="1895475"/>
            <a:ext cx="11420475" cy="2990850"/>
          </a:xfrm>
          <a:custGeom>
            <a:avLst/>
            <a:gdLst/>
            <a:ahLst/>
            <a:cxnLst/>
            <a:rect l="l" t="t" r="r" b="b"/>
            <a:pathLst>
              <a:path w="11420475" h="2990850">
                <a:moveTo>
                  <a:pt x="152414" y="0"/>
                </a:moveTo>
                <a:lnTo>
                  <a:pt x="11268061" y="0"/>
                </a:lnTo>
                <a:cubicBezTo>
                  <a:pt x="11352237" y="0"/>
                  <a:pt x="11420475" y="68238"/>
                  <a:pt x="11420475" y="152414"/>
                </a:cubicBezTo>
                <a:lnTo>
                  <a:pt x="11420475" y="2838436"/>
                </a:lnTo>
                <a:cubicBezTo>
                  <a:pt x="11420475" y="2922612"/>
                  <a:pt x="11352237" y="2990850"/>
                  <a:pt x="11268061" y="2990850"/>
                </a:cubicBezTo>
                <a:lnTo>
                  <a:pt x="152414" y="2990850"/>
                </a:lnTo>
                <a:cubicBezTo>
                  <a:pt x="68238" y="2990850"/>
                  <a:pt x="0" y="2922612"/>
                  <a:pt x="0" y="2838436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1975" y="2128838"/>
            <a:ext cx="110680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y GitHub Desktop son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herramientas fundamentales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 el desarrollo moderno de software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3888" y="2733675"/>
            <a:ext cx="3543300" cy="1914525"/>
          </a:xfrm>
          <a:custGeom>
            <a:avLst/>
            <a:gdLst/>
            <a:ahLst/>
            <a:cxnLst/>
            <a:rect l="l" t="t" r="r" b="b"/>
            <a:pathLst>
              <a:path w="3543300" h="1914525">
                <a:moveTo>
                  <a:pt x="114297" y="0"/>
                </a:moveTo>
                <a:lnTo>
                  <a:pt x="3429003" y="0"/>
                </a:lnTo>
                <a:cubicBezTo>
                  <a:pt x="3492085" y="0"/>
                  <a:pt x="3543300" y="51215"/>
                  <a:pt x="3543300" y="114297"/>
                </a:cubicBezTo>
                <a:lnTo>
                  <a:pt x="3543300" y="1800228"/>
                </a:lnTo>
                <a:cubicBezTo>
                  <a:pt x="3543300" y="1863310"/>
                  <a:pt x="3492085" y="1914525"/>
                  <a:pt x="3429003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89100" y="292893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271266" y="309086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343" y="131769"/>
                </a:moveTo>
                <a:lnTo>
                  <a:pt x="136178" y="22603"/>
                </a:lnTo>
                <a:cubicBezTo>
                  <a:pt x="133164" y="19534"/>
                  <a:pt x="129034" y="17859"/>
                  <a:pt x="124792" y="17859"/>
                </a:cubicBezTo>
                <a:cubicBezTo>
                  <a:pt x="120551" y="17859"/>
                  <a:pt x="116421" y="19534"/>
                  <a:pt x="113407" y="22547"/>
                </a:cubicBezTo>
                <a:lnTo>
                  <a:pt x="90692" y="45207"/>
                </a:lnTo>
                <a:lnTo>
                  <a:pt x="119435" y="73949"/>
                </a:lnTo>
                <a:cubicBezTo>
                  <a:pt x="134559" y="68870"/>
                  <a:pt x="148847" y="83325"/>
                  <a:pt x="143656" y="98338"/>
                </a:cubicBezTo>
                <a:lnTo>
                  <a:pt x="171394" y="126076"/>
                </a:lnTo>
                <a:cubicBezTo>
                  <a:pt x="190481" y="119490"/>
                  <a:pt x="205550" y="143377"/>
                  <a:pt x="191207" y="157721"/>
                </a:cubicBezTo>
                <a:cubicBezTo>
                  <a:pt x="176417" y="172510"/>
                  <a:pt x="152028" y="156102"/>
                  <a:pt x="159953" y="136903"/>
                </a:cubicBezTo>
                <a:lnTo>
                  <a:pt x="134113" y="111063"/>
                </a:lnTo>
                <a:lnTo>
                  <a:pt x="134113" y="179096"/>
                </a:lnTo>
                <a:cubicBezTo>
                  <a:pt x="148233" y="186072"/>
                  <a:pt x="146558" y="202425"/>
                  <a:pt x="139192" y="209792"/>
                </a:cubicBezTo>
                <a:cubicBezTo>
                  <a:pt x="135620" y="213364"/>
                  <a:pt x="130708" y="215429"/>
                  <a:pt x="125630" y="215429"/>
                </a:cubicBezTo>
                <a:cubicBezTo>
                  <a:pt x="120551" y="215429"/>
                  <a:pt x="115695" y="213420"/>
                  <a:pt x="112068" y="209792"/>
                </a:cubicBezTo>
                <a:cubicBezTo>
                  <a:pt x="102245" y="199969"/>
                  <a:pt x="105873" y="183617"/>
                  <a:pt x="118318" y="178538"/>
                </a:cubicBezTo>
                <a:lnTo>
                  <a:pt x="118318" y="109891"/>
                </a:lnTo>
                <a:cubicBezTo>
                  <a:pt x="106710" y="105147"/>
                  <a:pt x="104589" y="92757"/>
                  <a:pt x="107938" y="84776"/>
                </a:cubicBezTo>
                <a:lnTo>
                  <a:pt x="79586" y="56369"/>
                </a:lnTo>
                <a:lnTo>
                  <a:pt x="4744" y="131211"/>
                </a:lnTo>
                <a:cubicBezTo>
                  <a:pt x="1674" y="134280"/>
                  <a:pt x="0" y="138354"/>
                  <a:pt x="0" y="142596"/>
                </a:cubicBezTo>
                <a:cubicBezTo>
                  <a:pt x="0" y="146838"/>
                  <a:pt x="1674" y="150968"/>
                  <a:pt x="4744" y="153981"/>
                </a:cubicBezTo>
                <a:lnTo>
                  <a:pt x="113909" y="263203"/>
                </a:lnTo>
                <a:cubicBezTo>
                  <a:pt x="116923" y="266216"/>
                  <a:pt x="120997" y="267891"/>
                  <a:pt x="125295" y="267891"/>
                </a:cubicBezTo>
                <a:cubicBezTo>
                  <a:pt x="129592" y="267891"/>
                  <a:pt x="133666" y="266216"/>
                  <a:pt x="136680" y="263203"/>
                </a:cubicBezTo>
                <a:lnTo>
                  <a:pt x="245343" y="154539"/>
                </a:lnTo>
                <a:cubicBezTo>
                  <a:pt x="248357" y="151526"/>
                  <a:pt x="250031" y="147396"/>
                  <a:pt x="250031" y="143154"/>
                </a:cubicBezTo>
                <a:cubicBezTo>
                  <a:pt x="250031" y="138912"/>
                  <a:pt x="248357" y="134782"/>
                  <a:pt x="245343" y="1317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771525" y="3652838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1050" y="3995738"/>
            <a:ext cx="32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Permite </a:t>
            </a:r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controlar versiones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del código localmente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25838" y="2733675"/>
            <a:ext cx="3543300" cy="1914525"/>
          </a:xfrm>
          <a:custGeom>
            <a:avLst/>
            <a:gdLst/>
            <a:ahLst/>
            <a:cxnLst/>
            <a:rect l="l" t="t" r="r" b="b"/>
            <a:pathLst>
              <a:path w="3543300" h="1914525">
                <a:moveTo>
                  <a:pt x="114297" y="0"/>
                </a:moveTo>
                <a:lnTo>
                  <a:pt x="3429003" y="0"/>
                </a:lnTo>
                <a:cubicBezTo>
                  <a:pt x="3492085" y="0"/>
                  <a:pt x="3543300" y="51215"/>
                  <a:pt x="3543300" y="114297"/>
                </a:cubicBezTo>
                <a:lnTo>
                  <a:pt x="3543300" y="1800228"/>
                </a:lnTo>
                <a:cubicBezTo>
                  <a:pt x="3543300" y="1863310"/>
                  <a:pt x="3492085" y="1914525"/>
                  <a:pt x="3429003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91051" y="292893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955357" y="30908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7055" y="221791"/>
                </a:moveTo>
                <a:cubicBezTo>
                  <a:pt x="97055" y="222907"/>
                  <a:pt x="95771" y="223800"/>
                  <a:pt x="94152" y="223800"/>
                </a:cubicBezTo>
                <a:cubicBezTo>
                  <a:pt x="92311" y="223968"/>
                  <a:pt x="91027" y="223075"/>
                  <a:pt x="91027" y="221791"/>
                </a:cubicBezTo>
                <a:cubicBezTo>
                  <a:pt x="91027" y="220675"/>
                  <a:pt x="92311" y="219782"/>
                  <a:pt x="93929" y="219782"/>
                </a:cubicBezTo>
                <a:cubicBezTo>
                  <a:pt x="95603" y="219615"/>
                  <a:pt x="97055" y="220507"/>
                  <a:pt x="97055" y="221791"/>
                </a:cubicBezTo>
                <a:close/>
                <a:moveTo>
                  <a:pt x="79697" y="219280"/>
                </a:moveTo>
                <a:cubicBezTo>
                  <a:pt x="79307" y="220396"/>
                  <a:pt x="80423" y="221679"/>
                  <a:pt x="82097" y="222014"/>
                </a:cubicBezTo>
                <a:cubicBezTo>
                  <a:pt x="83548" y="222572"/>
                  <a:pt x="85223" y="222014"/>
                  <a:pt x="85558" y="220898"/>
                </a:cubicBezTo>
                <a:cubicBezTo>
                  <a:pt x="85892" y="219782"/>
                  <a:pt x="84832" y="218498"/>
                  <a:pt x="83158" y="217996"/>
                </a:cubicBezTo>
                <a:cubicBezTo>
                  <a:pt x="81707" y="217605"/>
                  <a:pt x="80088" y="218163"/>
                  <a:pt x="79697" y="219280"/>
                </a:cubicBezTo>
                <a:close/>
                <a:moveTo>
                  <a:pt x="104366" y="218331"/>
                </a:moveTo>
                <a:cubicBezTo>
                  <a:pt x="102747" y="218722"/>
                  <a:pt x="101631" y="219782"/>
                  <a:pt x="101798" y="221066"/>
                </a:cubicBezTo>
                <a:cubicBezTo>
                  <a:pt x="101966" y="222182"/>
                  <a:pt x="103417" y="222907"/>
                  <a:pt x="105091" y="222517"/>
                </a:cubicBezTo>
                <a:cubicBezTo>
                  <a:pt x="106710" y="222126"/>
                  <a:pt x="107826" y="221066"/>
                  <a:pt x="107659" y="219949"/>
                </a:cubicBezTo>
                <a:cubicBezTo>
                  <a:pt x="107491" y="218889"/>
                  <a:pt x="105984" y="218163"/>
                  <a:pt x="104366" y="218331"/>
                </a:cubicBezTo>
                <a:close/>
                <a:moveTo>
                  <a:pt x="141089" y="4465"/>
                </a:moveTo>
                <a:cubicBezTo>
                  <a:pt x="63680" y="4465"/>
                  <a:pt x="4465" y="63233"/>
                  <a:pt x="4465" y="140643"/>
                </a:cubicBezTo>
                <a:cubicBezTo>
                  <a:pt x="4465" y="202536"/>
                  <a:pt x="43421" y="255501"/>
                  <a:pt x="99064" y="274141"/>
                </a:cubicBezTo>
                <a:cubicBezTo>
                  <a:pt x="106207" y="275425"/>
                  <a:pt x="108719" y="271016"/>
                  <a:pt x="108719" y="267388"/>
                </a:cubicBezTo>
                <a:cubicBezTo>
                  <a:pt x="108719" y="263928"/>
                  <a:pt x="108552" y="244841"/>
                  <a:pt x="108552" y="233121"/>
                </a:cubicBezTo>
                <a:cubicBezTo>
                  <a:pt x="108552" y="233121"/>
                  <a:pt x="69484" y="241492"/>
                  <a:pt x="61280" y="216489"/>
                </a:cubicBezTo>
                <a:cubicBezTo>
                  <a:pt x="61280" y="216489"/>
                  <a:pt x="54918" y="200248"/>
                  <a:pt x="45765" y="196062"/>
                </a:cubicBezTo>
                <a:cubicBezTo>
                  <a:pt x="45765" y="196062"/>
                  <a:pt x="32984" y="187300"/>
                  <a:pt x="46658" y="187468"/>
                </a:cubicBezTo>
                <a:cubicBezTo>
                  <a:pt x="46658" y="187468"/>
                  <a:pt x="60554" y="188584"/>
                  <a:pt x="68200" y="201867"/>
                </a:cubicBezTo>
                <a:cubicBezTo>
                  <a:pt x="80423" y="223410"/>
                  <a:pt x="100905" y="217215"/>
                  <a:pt x="108886" y="213531"/>
                </a:cubicBezTo>
                <a:cubicBezTo>
                  <a:pt x="110170" y="204601"/>
                  <a:pt x="113798" y="198406"/>
                  <a:pt x="117816" y="194723"/>
                </a:cubicBezTo>
                <a:cubicBezTo>
                  <a:pt x="86618" y="191263"/>
                  <a:pt x="55141" y="186742"/>
                  <a:pt x="55141" y="133052"/>
                </a:cubicBezTo>
                <a:cubicBezTo>
                  <a:pt x="55141" y="117704"/>
                  <a:pt x="59382" y="110003"/>
                  <a:pt x="68312" y="100180"/>
                </a:cubicBezTo>
                <a:cubicBezTo>
                  <a:pt x="66861" y="96552"/>
                  <a:pt x="62117" y="81595"/>
                  <a:pt x="69763" y="62285"/>
                </a:cubicBezTo>
                <a:cubicBezTo>
                  <a:pt x="81428" y="58657"/>
                  <a:pt x="108272" y="77353"/>
                  <a:pt x="108272" y="77353"/>
                </a:cubicBezTo>
                <a:cubicBezTo>
                  <a:pt x="119435" y="74228"/>
                  <a:pt x="131434" y="72610"/>
                  <a:pt x="143321" y="72610"/>
                </a:cubicBezTo>
                <a:cubicBezTo>
                  <a:pt x="155209" y="72610"/>
                  <a:pt x="167208" y="74228"/>
                  <a:pt x="178371" y="77353"/>
                </a:cubicBezTo>
                <a:cubicBezTo>
                  <a:pt x="178371" y="77353"/>
                  <a:pt x="205215" y="58601"/>
                  <a:pt x="216880" y="62285"/>
                </a:cubicBezTo>
                <a:cubicBezTo>
                  <a:pt x="224526" y="81651"/>
                  <a:pt x="219782" y="96552"/>
                  <a:pt x="218331" y="100180"/>
                </a:cubicBezTo>
                <a:cubicBezTo>
                  <a:pt x="227261" y="110058"/>
                  <a:pt x="232730" y="117760"/>
                  <a:pt x="232730" y="133052"/>
                </a:cubicBezTo>
                <a:cubicBezTo>
                  <a:pt x="232730" y="186910"/>
                  <a:pt x="199858" y="191207"/>
                  <a:pt x="168659" y="194723"/>
                </a:cubicBezTo>
                <a:cubicBezTo>
                  <a:pt x="173794" y="199132"/>
                  <a:pt x="178147" y="207504"/>
                  <a:pt x="178147" y="220619"/>
                </a:cubicBezTo>
                <a:cubicBezTo>
                  <a:pt x="178147" y="239427"/>
                  <a:pt x="177980" y="262700"/>
                  <a:pt x="177980" y="267277"/>
                </a:cubicBezTo>
                <a:cubicBezTo>
                  <a:pt x="177980" y="270904"/>
                  <a:pt x="180547" y="275313"/>
                  <a:pt x="187635" y="274030"/>
                </a:cubicBezTo>
                <a:cubicBezTo>
                  <a:pt x="243446" y="255501"/>
                  <a:pt x="281285" y="202536"/>
                  <a:pt x="281285" y="140643"/>
                </a:cubicBezTo>
                <a:cubicBezTo>
                  <a:pt x="281285" y="63233"/>
                  <a:pt x="218498" y="4465"/>
                  <a:pt x="141089" y="4465"/>
                </a:cubicBezTo>
                <a:close/>
                <a:moveTo>
                  <a:pt x="58713" y="196955"/>
                </a:moveTo>
                <a:cubicBezTo>
                  <a:pt x="57987" y="197514"/>
                  <a:pt x="58155" y="198797"/>
                  <a:pt x="59103" y="199858"/>
                </a:cubicBezTo>
                <a:cubicBezTo>
                  <a:pt x="59996" y="200751"/>
                  <a:pt x="61280" y="201141"/>
                  <a:pt x="62006" y="200416"/>
                </a:cubicBezTo>
                <a:cubicBezTo>
                  <a:pt x="62731" y="199858"/>
                  <a:pt x="62564" y="198574"/>
                  <a:pt x="61615" y="197514"/>
                </a:cubicBezTo>
                <a:cubicBezTo>
                  <a:pt x="60722" y="196621"/>
                  <a:pt x="59438" y="196230"/>
                  <a:pt x="58713" y="196955"/>
                </a:cubicBezTo>
                <a:close/>
                <a:moveTo>
                  <a:pt x="52685" y="192435"/>
                </a:moveTo>
                <a:cubicBezTo>
                  <a:pt x="52294" y="193160"/>
                  <a:pt x="52853" y="194053"/>
                  <a:pt x="53969" y="194611"/>
                </a:cubicBezTo>
                <a:cubicBezTo>
                  <a:pt x="54862" y="195169"/>
                  <a:pt x="55978" y="195002"/>
                  <a:pt x="56369" y="194221"/>
                </a:cubicBezTo>
                <a:cubicBezTo>
                  <a:pt x="56759" y="193495"/>
                  <a:pt x="56201" y="192602"/>
                  <a:pt x="55085" y="192044"/>
                </a:cubicBezTo>
                <a:cubicBezTo>
                  <a:pt x="53969" y="191709"/>
                  <a:pt x="53076" y="191877"/>
                  <a:pt x="52685" y="192435"/>
                </a:cubicBezTo>
                <a:close/>
                <a:moveTo>
                  <a:pt x="70768" y="212303"/>
                </a:moveTo>
                <a:cubicBezTo>
                  <a:pt x="69875" y="213029"/>
                  <a:pt x="70210" y="214703"/>
                  <a:pt x="71493" y="215764"/>
                </a:cubicBezTo>
                <a:cubicBezTo>
                  <a:pt x="72777" y="217047"/>
                  <a:pt x="74395" y="217215"/>
                  <a:pt x="75121" y="216322"/>
                </a:cubicBezTo>
                <a:cubicBezTo>
                  <a:pt x="75847" y="215596"/>
                  <a:pt x="75512" y="213922"/>
                  <a:pt x="74395" y="212861"/>
                </a:cubicBezTo>
                <a:cubicBezTo>
                  <a:pt x="73168" y="211578"/>
                  <a:pt x="71493" y="211410"/>
                  <a:pt x="70768" y="212303"/>
                </a:cubicBezTo>
                <a:close/>
                <a:moveTo>
                  <a:pt x="64405" y="204099"/>
                </a:moveTo>
                <a:cubicBezTo>
                  <a:pt x="63512" y="204657"/>
                  <a:pt x="63512" y="206108"/>
                  <a:pt x="64405" y="207392"/>
                </a:cubicBezTo>
                <a:cubicBezTo>
                  <a:pt x="65298" y="208676"/>
                  <a:pt x="66805" y="209234"/>
                  <a:pt x="67531" y="208676"/>
                </a:cubicBezTo>
                <a:cubicBezTo>
                  <a:pt x="68424" y="207950"/>
                  <a:pt x="68424" y="206499"/>
                  <a:pt x="67531" y="205215"/>
                </a:cubicBezTo>
                <a:cubicBezTo>
                  <a:pt x="66749" y="203932"/>
                  <a:pt x="65298" y="203374"/>
                  <a:pt x="64405" y="20409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5"/>
          <p:cNvSpPr/>
          <p:nvPr/>
        </p:nvSpPr>
        <p:spPr>
          <a:xfrm>
            <a:off x="4473476" y="3652838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83001" y="3995738"/>
            <a:ext cx="3228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Facilita la </a:t>
            </a:r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colaboración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 almacenamiento en la nube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27938" y="2733675"/>
            <a:ext cx="3543300" cy="1914525"/>
          </a:xfrm>
          <a:custGeom>
            <a:avLst/>
            <a:gdLst/>
            <a:ahLst/>
            <a:cxnLst/>
            <a:rect l="l" t="t" r="r" b="b"/>
            <a:pathLst>
              <a:path w="3543300" h="1914525">
                <a:moveTo>
                  <a:pt x="114297" y="0"/>
                </a:moveTo>
                <a:lnTo>
                  <a:pt x="3429003" y="0"/>
                </a:lnTo>
                <a:cubicBezTo>
                  <a:pt x="3492085" y="0"/>
                  <a:pt x="3543300" y="51215"/>
                  <a:pt x="3543300" y="114297"/>
                </a:cubicBezTo>
                <a:lnTo>
                  <a:pt x="3543300" y="1800228"/>
                </a:lnTo>
                <a:cubicBezTo>
                  <a:pt x="3543300" y="1863310"/>
                  <a:pt x="3492085" y="1914525"/>
                  <a:pt x="3429003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493151" y="292893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9657457" y="30908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0"/>
          <p:cNvSpPr/>
          <p:nvPr/>
        </p:nvSpPr>
        <p:spPr>
          <a:xfrm>
            <a:off x="8175575" y="3652838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Desktop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185100" y="3995738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Simplifica el uso mediante </a:t>
            </a:r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interfaz gráfica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85763" y="5086350"/>
            <a:ext cx="11420475" cy="676275"/>
          </a:xfrm>
          <a:custGeom>
            <a:avLst/>
            <a:gdLst/>
            <a:ahLst/>
            <a:cxnLst/>
            <a:rect l="l" t="t" r="r" b="b"/>
            <a:pathLst>
              <a:path w="11420475" h="676275">
                <a:moveTo>
                  <a:pt x="152399" y="0"/>
                </a:moveTo>
                <a:lnTo>
                  <a:pt x="11268076" y="0"/>
                </a:lnTo>
                <a:cubicBezTo>
                  <a:pt x="11352244" y="0"/>
                  <a:pt x="11420475" y="68231"/>
                  <a:pt x="11420475" y="152399"/>
                </a:cubicBezTo>
                <a:lnTo>
                  <a:pt x="11420475" y="523876"/>
                </a:lnTo>
                <a:cubicBezTo>
                  <a:pt x="11420475" y="608044"/>
                  <a:pt x="11352244" y="676275"/>
                  <a:pt x="11268076" y="676275"/>
                </a:cubicBezTo>
                <a:lnTo>
                  <a:pt x="152399" y="676275"/>
                </a:lnTo>
                <a:cubicBezTo>
                  <a:pt x="68231" y="676275"/>
                  <a:pt x="0" y="608044"/>
                  <a:pt x="0" y="523876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71365" y="52816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2295227" y="5291138"/>
            <a:ext cx="7600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Estas herramientas permiten a los equipos trabajar de forma </a:t>
            </a:r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organizada, eficiente y segura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039648" y="52816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Shape 26"/>
          <p:cNvSpPr/>
          <p:nvPr/>
        </p:nvSpPr>
        <p:spPr>
          <a:xfrm>
            <a:off x="32670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7"/>
          <p:cNvSpPr/>
          <p:nvPr/>
        </p:nvSpPr>
        <p:spPr>
          <a:xfrm>
            <a:off x="3505200" y="624840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de Versiones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209729" y="63436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Shape 29"/>
          <p:cNvSpPr/>
          <p:nvPr/>
        </p:nvSpPr>
        <p:spPr>
          <a:xfrm>
            <a:off x="5552629" y="62865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5819329" y="624840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Colaboración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016800" y="634365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Shape 32"/>
          <p:cNvSpPr/>
          <p:nvPr/>
        </p:nvSpPr>
        <p:spPr>
          <a:xfrm>
            <a:off x="73787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3"/>
          <p:cNvSpPr/>
          <p:nvPr/>
        </p:nvSpPr>
        <p:spPr>
          <a:xfrm>
            <a:off x="7626400" y="624840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Desarrollo Moderno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y GitHub Desktop en la Industria del Software</dc:title>
  <dc:subject>GitHub y GitHub Desktop en la Industria del Software</dc:subject>
  <dc:creator>Kimi</dc:creator>
  <cp:lastModifiedBy>Kimi</cp:lastModifiedBy>
  <cp:revision>1</cp:revision>
  <dcterms:created xsi:type="dcterms:W3CDTF">2026-03-16T15:56:06Z</dcterms:created>
  <dcterms:modified xsi:type="dcterms:W3CDTF">2026-03-16T15:56:06Z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{"Label":"GitHub y GitHub Desktop en la Industria del Software","ContentProducer":"001191110108MACG2KBH8F10000","ProduceID":"19cf75ac-5572-80cd-8000-00006831bb97","ReservedCode1":"","ContentPropagator":"001191110108MACG2KBH8F20000","PropagateID":"19cf75ac-5572-80cd-8000-00006831bb97","ReservedCode2":""}</vt:lpwstr>
  </property>
</Properties>
</file>